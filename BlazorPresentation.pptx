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72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291" autoAdjust="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B8E90A-4952-4104-A6FC-94DE3FCD75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23BEA9A-6562-47CA-8AFA-C2E92A764D4D}">
      <dgm:prSet/>
      <dgm:spPr/>
      <dgm:t>
        <a:bodyPr/>
        <a:lstStyle/>
        <a:p>
          <a:r>
            <a:rPr lang="en-US" b="0" i="0" baseline="0" dirty="0"/>
            <a:t>A framework for building </a:t>
          </a:r>
          <a:r>
            <a:rPr lang="en-US" b="1" i="0" baseline="0" dirty="0"/>
            <a:t>interactive web applications</a:t>
          </a:r>
          <a:r>
            <a:rPr lang="en-US" b="0" i="0" baseline="0" dirty="0"/>
            <a:t> using </a:t>
          </a:r>
          <a:r>
            <a:rPr lang="en-US" b="1" i="0" baseline="0" dirty="0"/>
            <a:t>C# instead of JavaScript</a:t>
          </a:r>
          <a:endParaRPr lang="en-US" dirty="0"/>
        </a:p>
      </dgm:t>
    </dgm:pt>
    <dgm:pt modelId="{DD1DD16F-E761-44F6-8FDA-6E7383A9B803}" type="parTrans" cxnId="{842B57F9-EA05-4914-B860-B315F8D469F0}">
      <dgm:prSet/>
      <dgm:spPr/>
      <dgm:t>
        <a:bodyPr/>
        <a:lstStyle/>
        <a:p>
          <a:endParaRPr lang="en-US"/>
        </a:p>
      </dgm:t>
    </dgm:pt>
    <dgm:pt modelId="{D5A8A8E5-696D-431C-AD4D-EB8951D7428F}" type="sibTrans" cxnId="{842B57F9-EA05-4914-B860-B315F8D469F0}">
      <dgm:prSet/>
      <dgm:spPr/>
      <dgm:t>
        <a:bodyPr/>
        <a:lstStyle/>
        <a:p>
          <a:endParaRPr lang="en-US"/>
        </a:p>
      </dgm:t>
    </dgm:pt>
    <dgm:pt modelId="{D435355C-FAC5-4B03-B89F-7B35A4A7FB2E}">
      <dgm:prSet/>
      <dgm:spPr/>
      <dgm:t>
        <a:bodyPr/>
        <a:lstStyle/>
        <a:p>
          <a:r>
            <a:rPr lang="en-US" b="0" i="0" baseline="0" dirty="0"/>
            <a:t>Runs on </a:t>
          </a:r>
          <a:r>
            <a:rPr lang="en-US" b="1" i="0" baseline="0" dirty="0"/>
            <a:t>WebAssembly</a:t>
          </a:r>
          <a:r>
            <a:rPr lang="en-US" b="0" i="0" baseline="0" dirty="0"/>
            <a:t> or </a:t>
          </a:r>
          <a:r>
            <a:rPr lang="en-US" b="1" i="0" baseline="0" dirty="0"/>
            <a:t>Server</a:t>
          </a:r>
          <a:endParaRPr lang="en-US" dirty="0"/>
        </a:p>
      </dgm:t>
    </dgm:pt>
    <dgm:pt modelId="{695F98FB-0960-4D27-B172-C8CAD1FC976D}" type="parTrans" cxnId="{CFE3D109-5570-4118-A57D-194937A13D54}">
      <dgm:prSet/>
      <dgm:spPr/>
      <dgm:t>
        <a:bodyPr/>
        <a:lstStyle/>
        <a:p>
          <a:endParaRPr lang="en-US"/>
        </a:p>
      </dgm:t>
    </dgm:pt>
    <dgm:pt modelId="{70F5F371-7FF0-4873-83DD-A8616B2C011F}" type="sibTrans" cxnId="{CFE3D109-5570-4118-A57D-194937A13D54}">
      <dgm:prSet/>
      <dgm:spPr/>
      <dgm:t>
        <a:bodyPr/>
        <a:lstStyle/>
        <a:p>
          <a:endParaRPr lang="en-US"/>
        </a:p>
      </dgm:t>
    </dgm:pt>
    <dgm:pt modelId="{33983120-2079-4546-A1BD-D57E1EA11392}">
      <dgm:prSet/>
      <dgm:spPr/>
      <dgm:t>
        <a:bodyPr/>
        <a:lstStyle/>
        <a:p>
          <a:r>
            <a:rPr lang="en-US" b="0" i="0" baseline="0"/>
            <a:t>Uses Razor components (.razor files)</a:t>
          </a:r>
          <a:endParaRPr lang="en-US"/>
        </a:p>
      </dgm:t>
    </dgm:pt>
    <dgm:pt modelId="{86825EA4-D4BF-40AF-8241-043C2DECB521}" type="parTrans" cxnId="{071A4171-D6CE-433C-9FB4-ABD5014F3D05}">
      <dgm:prSet/>
      <dgm:spPr/>
      <dgm:t>
        <a:bodyPr/>
        <a:lstStyle/>
        <a:p>
          <a:endParaRPr lang="en-US"/>
        </a:p>
      </dgm:t>
    </dgm:pt>
    <dgm:pt modelId="{22722B9C-AAF6-408E-9723-B46A706B9C4D}" type="sibTrans" cxnId="{071A4171-D6CE-433C-9FB4-ABD5014F3D05}">
      <dgm:prSet/>
      <dgm:spPr/>
      <dgm:t>
        <a:bodyPr/>
        <a:lstStyle/>
        <a:p>
          <a:endParaRPr lang="en-US"/>
        </a:p>
      </dgm:t>
    </dgm:pt>
    <dgm:pt modelId="{F7B076BD-A68D-45AA-897C-7103E9D01347}">
      <dgm:prSet/>
      <dgm:spPr/>
      <dgm:t>
        <a:bodyPr/>
        <a:lstStyle/>
        <a:p>
          <a:r>
            <a:rPr lang="en-US" b="0" i="0" baseline="0"/>
            <a:t>Now supports </a:t>
          </a:r>
          <a:r>
            <a:rPr lang="en-US" b="1" i="0" baseline="0"/>
            <a:t>new rendering modes</a:t>
          </a:r>
          <a:r>
            <a:rPr lang="en-US" b="0" i="0" baseline="0"/>
            <a:t> in .NET 8</a:t>
          </a:r>
          <a:endParaRPr lang="en-US"/>
        </a:p>
      </dgm:t>
    </dgm:pt>
    <dgm:pt modelId="{0E9EBCDB-6268-4213-825F-CC151304A3D2}" type="parTrans" cxnId="{9D9559E7-D7AE-472C-9328-D4F9443A27A3}">
      <dgm:prSet/>
      <dgm:spPr/>
      <dgm:t>
        <a:bodyPr/>
        <a:lstStyle/>
        <a:p>
          <a:endParaRPr lang="en-US"/>
        </a:p>
      </dgm:t>
    </dgm:pt>
    <dgm:pt modelId="{EBD0FD81-6950-49BB-8A25-F1899DC9A7CE}" type="sibTrans" cxnId="{9D9559E7-D7AE-472C-9328-D4F9443A27A3}">
      <dgm:prSet/>
      <dgm:spPr/>
      <dgm:t>
        <a:bodyPr/>
        <a:lstStyle/>
        <a:p>
          <a:endParaRPr lang="en-US"/>
        </a:p>
      </dgm:t>
    </dgm:pt>
    <dgm:pt modelId="{8D11F0B7-7466-4985-AA8B-420203612079}" type="pres">
      <dgm:prSet presAssocID="{77B8E90A-4952-4104-A6FC-94DE3FCD75B1}" presName="linear" presStyleCnt="0">
        <dgm:presLayoutVars>
          <dgm:animLvl val="lvl"/>
          <dgm:resizeHandles val="exact"/>
        </dgm:presLayoutVars>
      </dgm:prSet>
      <dgm:spPr/>
    </dgm:pt>
    <dgm:pt modelId="{B9180C29-CBD4-491B-A408-4E86FFC7F1F5}" type="pres">
      <dgm:prSet presAssocID="{323BEA9A-6562-47CA-8AFA-C2E92A764D4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E13D9EE-2116-40CC-A98F-D568D5FBB662}" type="pres">
      <dgm:prSet presAssocID="{D5A8A8E5-696D-431C-AD4D-EB8951D7428F}" presName="spacer" presStyleCnt="0"/>
      <dgm:spPr/>
    </dgm:pt>
    <dgm:pt modelId="{76D2C2AC-651C-43A7-B538-D2EE29F5A10A}" type="pres">
      <dgm:prSet presAssocID="{D435355C-FAC5-4B03-B89F-7B35A4A7FB2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159C0F6-F5EE-4BCF-96E7-FE0ACE34A57E}" type="pres">
      <dgm:prSet presAssocID="{70F5F371-7FF0-4873-83DD-A8616B2C011F}" presName="spacer" presStyleCnt="0"/>
      <dgm:spPr/>
    </dgm:pt>
    <dgm:pt modelId="{5EA71A93-E9E5-42C6-A942-C3DCCD237C8B}" type="pres">
      <dgm:prSet presAssocID="{33983120-2079-4546-A1BD-D57E1EA1139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4FDE25-0A03-493A-BF28-94693365696F}" type="pres">
      <dgm:prSet presAssocID="{22722B9C-AAF6-408E-9723-B46A706B9C4D}" presName="spacer" presStyleCnt="0"/>
      <dgm:spPr/>
    </dgm:pt>
    <dgm:pt modelId="{41693485-B7EB-48A8-971B-BE32DFDF064C}" type="pres">
      <dgm:prSet presAssocID="{F7B076BD-A68D-45AA-897C-7103E9D0134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FE3D109-5570-4118-A57D-194937A13D54}" srcId="{77B8E90A-4952-4104-A6FC-94DE3FCD75B1}" destId="{D435355C-FAC5-4B03-B89F-7B35A4A7FB2E}" srcOrd="1" destOrd="0" parTransId="{695F98FB-0960-4D27-B172-C8CAD1FC976D}" sibTransId="{70F5F371-7FF0-4873-83DD-A8616B2C011F}"/>
    <dgm:cxn modelId="{BBF6D119-229D-460F-8FC5-2B983174A766}" type="presOf" srcId="{33983120-2079-4546-A1BD-D57E1EA11392}" destId="{5EA71A93-E9E5-42C6-A942-C3DCCD237C8B}" srcOrd="0" destOrd="0" presId="urn:microsoft.com/office/officeart/2005/8/layout/vList2"/>
    <dgm:cxn modelId="{24F4EA6D-0D42-42BF-898C-86BBA33F921B}" type="presOf" srcId="{F7B076BD-A68D-45AA-897C-7103E9D01347}" destId="{41693485-B7EB-48A8-971B-BE32DFDF064C}" srcOrd="0" destOrd="0" presId="urn:microsoft.com/office/officeart/2005/8/layout/vList2"/>
    <dgm:cxn modelId="{071A4171-D6CE-433C-9FB4-ABD5014F3D05}" srcId="{77B8E90A-4952-4104-A6FC-94DE3FCD75B1}" destId="{33983120-2079-4546-A1BD-D57E1EA11392}" srcOrd="2" destOrd="0" parTransId="{86825EA4-D4BF-40AF-8241-043C2DECB521}" sibTransId="{22722B9C-AAF6-408E-9723-B46A706B9C4D}"/>
    <dgm:cxn modelId="{1F70F48A-75B0-4788-B680-4BC56F01181A}" type="presOf" srcId="{77B8E90A-4952-4104-A6FC-94DE3FCD75B1}" destId="{8D11F0B7-7466-4985-AA8B-420203612079}" srcOrd="0" destOrd="0" presId="urn:microsoft.com/office/officeart/2005/8/layout/vList2"/>
    <dgm:cxn modelId="{9D9559E7-D7AE-472C-9328-D4F9443A27A3}" srcId="{77B8E90A-4952-4104-A6FC-94DE3FCD75B1}" destId="{F7B076BD-A68D-45AA-897C-7103E9D01347}" srcOrd="3" destOrd="0" parTransId="{0E9EBCDB-6268-4213-825F-CC151304A3D2}" sibTransId="{EBD0FD81-6950-49BB-8A25-F1899DC9A7CE}"/>
    <dgm:cxn modelId="{842B57F9-EA05-4914-B860-B315F8D469F0}" srcId="{77B8E90A-4952-4104-A6FC-94DE3FCD75B1}" destId="{323BEA9A-6562-47CA-8AFA-C2E92A764D4D}" srcOrd="0" destOrd="0" parTransId="{DD1DD16F-E761-44F6-8FDA-6E7383A9B803}" sibTransId="{D5A8A8E5-696D-431C-AD4D-EB8951D7428F}"/>
    <dgm:cxn modelId="{E748ECFE-6A61-43AD-8688-B77B57957F48}" type="presOf" srcId="{D435355C-FAC5-4B03-B89F-7B35A4A7FB2E}" destId="{76D2C2AC-651C-43A7-B538-D2EE29F5A10A}" srcOrd="0" destOrd="0" presId="urn:microsoft.com/office/officeart/2005/8/layout/vList2"/>
    <dgm:cxn modelId="{139C4BFF-34D4-4C69-A387-D3C0AF0891AD}" type="presOf" srcId="{323BEA9A-6562-47CA-8AFA-C2E92A764D4D}" destId="{B9180C29-CBD4-491B-A408-4E86FFC7F1F5}" srcOrd="0" destOrd="0" presId="urn:microsoft.com/office/officeart/2005/8/layout/vList2"/>
    <dgm:cxn modelId="{9BAE98B3-ABA7-482B-BE44-11958B1C02E1}" type="presParOf" srcId="{8D11F0B7-7466-4985-AA8B-420203612079}" destId="{B9180C29-CBD4-491B-A408-4E86FFC7F1F5}" srcOrd="0" destOrd="0" presId="urn:microsoft.com/office/officeart/2005/8/layout/vList2"/>
    <dgm:cxn modelId="{F0357E25-AC4F-48D6-92EB-30B766709C7B}" type="presParOf" srcId="{8D11F0B7-7466-4985-AA8B-420203612079}" destId="{9E13D9EE-2116-40CC-A98F-D568D5FBB662}" srcOrd="1" destOrd="0" presId="urn:microsoft.com/office/officeart/2005/8/layout/vList2"/>
    <dgm:cxn modelId="{D653CD77-C65E-41F3-9687-AB8B34A7AFFA}" type="presParOf" srcId="{8D11F0B7-7466-4985-AA8B-420203612079}" destId="{76D2C2AC-651C-43A7-B538-D2EE29F5A10A}" srcOrd="2" destOrd="0" presId="urn:microsoft.com/office/officeart/2005/8/layout/vList2"/>
    <dgm:cxn modelId="{BB29F85F-793C-41F3-9EB4-6046C6BE6961}" type="presParOf" srcId="{8D11F0B7-7466-4985-AA8B-420203612079}" destId="{B159C0F6-F5EE-4BCF-96E7-FE0ACE34A57E}" srcOrd="3" destOrd="0" presId="urn:microsoft.com/office/officeart/2005/8/layout/vList2"/>
    <dgm:cxn modelId="{6512FBB5-0150-487F-810B-B14F7C43D405}" type="presParOf" srcId="{8D11F0B7-7466-4985-AA8B-420203612079}" destId="{5EA71A93-E9E5-42C6-A942-C3DCCD237C8B}" srcOrd="4" destOrd="0" presId="urn:microsoft.com/office/officeart/2005/8/layout/vList2"/>
    <dgm:cxn modelId="{5C0D5AF3-3734-425A-8979-3D4C5C42D48E}" type="presParOf" srcId="{8D11F0B7-7466-4985-AA8B-420203612079}" destId="{824FDE25-0A03-493A-BF28-94693365696F}" srcOrd="5" destOrd="0" presId="urn:microsoft.com/office/officeart/2005/8/layout/vList2"/>
    <dgm:cxn modelId="{7A76366A-EE58-4E8B-AE68-3AC6D0513C5E}" type="presParOf" srcId="{8D11F0B7-7466-4985-AA8B-420203612079}" destId="{41693485-B7EB-48A8-971B-BE32DFDF064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65D245-FA2C-40AE-AD67-D8A08530379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45E9303-78C8-4C16-9860-C5534FECAF63}">
      <dgm:prSet/>
      <dgm:spPr/>
      <dgm:t>
        <a:bodyPr/>
        <a:lstStyle/>
        <a:p>
          <a:r>
            <a:rPr lang="en-US" b="0" i="0" baseline="0"/>
            <a:t>Razor Components</a:t>
          </a:r>
          <a:endParaRPr lang="en-US"/>
        </a:p>
      </dgm:t>
    </dgm:pt>
    <dgm:pt modelId="{B3E828DF-4B76-4792-A893-AAE2F80B7AA6}" type="parTrans" cxnId="{32DC6773-EAD3-4180-93DE-387233BC7767}">
      <dgm:prSet/>
      <dgm:spPr/>
      <dgm:t>
        <a:bodyPr/>
        <a:lstStyle/>
        <a:p>
          <a:endParaRPr lang="en-US"/>
        </a:p>
      </dgm:t>
    </dgm:pt>
    <dgm:pt modelId="{F8E1A6E4-EFDA-44CC-8013-3AAADE811612}" type="sibTrans" cxnId="{32DC6773-EAD3-4180-93DE-387233BC7767}">
      <dgm:prSet/>
      <dgm:spPr/>
      <dgm:t>
        <a:bodyPr/>
        <a:lstStyle/>
        <a:p>
          <a:endParaRPr lang="en-US"/>
        </a:p>
      </dgm:t>
    </dgm:pt>
    <dgm:pt modelId="{7CE95C0F-571D-4C62-9C13-8E98FCA7F607}">
      <dgm:prSet/>
      <dgm:spPr/>
      <dgm:t>
        <a:bodyPr/>
        <a:lstStyle/>
        <a:p>
          <a:r>
            <a:rPr lang="en-US" b="0" i="0" baseline="0" dirty="0"/>
            <a:t>Rendering Modes (Server / WebAssembly / Auto / Static )</a:t>
          </a:r>
          <a:endParaRPr lang="en-US" dirty="0"/>
        </a:p>
      </dgm:t>
    </dgm:pt>
    <dgm:pt modelId="{BF5F4574-99AE-469C-8EEE-D008F010F638}" type="parTrans" cxnId="{BFFCF47F-CB81-43A6-A940-FEE89F3DC507}">
      <dgm:prSet/>
      <dgm:spPr/>
      <dgm:t>
        <a:bodyPr/>
        <a:lstStyle/>
        <a:p>
          <a:endParaRPr lang="en-US"/>
        </a:p>
      </dgm:t>
    </dgm:pt>
    <dgm:pt modelId="{D5F1CF7B-BF7B-4FB4-84DC-7B3F4AB77797}" type="sibTrans" cxnId="{BFFCF47F-CB81-43A6-A940-FEE89F3DC507}">
      <dgm:prSet/>
      <dgm:spPr/>
      <dgm:t>
        <a:bodyPr/>
        <a:lstStyle/>
        <a:p>
          <a:endParaRPr lang="en-US"/>
        </a:p>
      </dgm:t>
    </dgm:pt>
    <dgm:pt modelId="{E4B1FFBD-78BE-4467-B895-93C99080B9B1}">
      <dgm:prSet/>
      <dgm:spPr/>
      <dgm:t>
        <a:bodyPr/>
        <a:lstStyle/>
        <a:p>
          <a:r>
            <a:rPr lang="en-US" b="0" i="0" baseline="0"/>
            <a:t>Blazor Router</a:t>
          </a:r>
          <a:endParaRPr lang="en-US"/>
        </a:p>
      </dgm:t>
    </dgm:pt>
    <dgm:pt modelId="{16E56B7A-084F-47DC-BA02-29DDAC3AC303}" type="parTrans" cxnId="{5B1CDD8E-C9E7-4A75-A934-B5E80857B144}">
      <dgm:prSet/>
      <dgm:spPr/>
      <dgm:t>
        <a:bodyPr/>
        <a:lstStyle/>
        <a:p>
          <a:endParaRPr lang="en-US"/>
        </a:p>
      </dgm:t>
    </dgm:pt>
    <dgm:pt modelId="{28C9AA30-169F-4A34-BEF8-82127242D904}" type="sibTrans" cxnId="{5B1CDD8E-C9E7-4A75-A934-B5E80857B144}">
      <dgm:prSet/>
      <dgm:spPr/>
      <dgm:t>
        <a:bodyPr/>
        <a:lstStyle/>
        <a:p>
          <a:endParaRPr lang="en-US"/>
        </a:p>
      </dgm:t>
    </dgm:pt>
    <dgm:pt modelId="{76C2581B-AC37-431E-9F02-FAD3E71082B8}">
      <dgm:prSet/>
      <dgm:spPr/>
      <dgm:t>
        <a:bodyPr/>
        <a:lstStyle/>
        <a:p>
          <a:r>
            <a:rPr lang="en-US" b="0" i="0" baseline="0"/>
            <a:t>Dependency Injection</a:t>
          </a:r>
          <a:endParaRPr lang="en-US"/>
        </a:p>
      </dgm:t>
    </dgm:pt>
    <dgm:pt modelId="{485DCE68-287A-4906-9C62-6BBA14A28DDC}" type="parTrans" cxnId="{B9C211CB-9779-41FA-B137-4B4E28E4F314}">
      <dgm:prSet/>
      <dgm:spPr/>
      <dgm:t>
        <a:bodyPr/>
        <a:lstStyle/>
        <a:p>
          <a:endParaRPr lang="en-US"/>
        </a:p>
      </dgm:t>
    </dgm:pt>
    <dgm:pt modelId="{28ECDF7B-0F17-4809-8800-3B2DC9AFE0CA}" type="sibTrans" cxnId="{B9C211CB-9779-41FA-B137-4B4E28E4F314}">
      <dgm:prSet/>
      <dgm:spPr/>
      <dgm:t>
        <a:bodyPr/>
        <a:lstStyle/>
        <a:p>
          <a:endParaRPr lang="en-US"/>
        </a:p>
      </dgm:t>
    </dgm:pt>
    <dgm:pt modelId="{922FE294-44C9-4E4B-B3F2-28F38E81991D}">
      <dgm:prSet/>
      <dgm:spPr/>
      <dgm:t>
        <a:bodyPr/>
        <a:lstStyle/>
        <a:p>
          <a:r>
            <a:rPr lang="en-US" b="0" i="0" baseline="0" dirty="0"/>
            <a:t>Hosting Model: Blazor Web App (.NET 8 default)</a:t>
          </a:r>
          <a:endParaRPr lang="en-US" dirty="0"/>
        </a:p>
      </dgm:t>
    </dgm:pt>
    <dgm:pt modelId="{CD1D3FA4-3B64-48B3-9BB2-5892A425BE32}" type="parTrans" cxnId="{E55F6938-D2B9-4BB5-A171-0A1315C85AA0}">
      <dgm:prSet/>
      <dgm:spPr/>
      <dgm:t>
        <a:bodyPr/>
        <a:lstStyle/>
        <a:p>
          <a:endParaRPr lang="en-US"/>
        </a:p>
      </dgm:t>
    </dgm:pt>
    <dgm:pt modelId="{0E26AA17-3392-497F-ACF1-1BB84A3AF675}" type="sibTrans" cxnId="{E55F6938-D2B9-4BB5-A171-0A1315C85AA0}">
      <dgm:prSet/>
      <dgm:spPr/>
      <dgm:t>
        <a:bodyPr/>
        <a:lstStyle/>
        <a:p>
          <a:endParaRPr lang="en-US"/>
        </a:p>
      </dgm:t>
    </dgm:pt>
    <dgm:pt modelId="{416E9C2D-4AE4-49A0-B207-4FC72B5E7781}" type="pres">
      <dgm:prSet presAssocID="{5D65D245-FA2C-40AE-AD67-D8A085303796}" presName="root" presStyleCnt="0">
        <dgm:presLayoutVars>
          <dgm:dir/>
          <dgm:resizeHandles val="exact"/>
        </dgm:presLayoutVars>
      </dgm:prSet>
      <dgm:spPr/>
    </dgm:pt>
    <dgm:pt modelId="{35AEC31A-A89C-49EF-AD03-380BF0D8076C}" type="pres">
      <dgm:prSet presAssocID="{945E9303-78C8-4C16-9860-C5534FECAF63}" presName="compNode" presStyleCnt="0"/>
      <dgm:spPr/>
    </dgm:pt>
    <dgm:pt modelId="{FE757F5F-7353-47E5-837B-38229CCAEB29}" type="pres">
      <dgm:prSet presAssocID="{945E9303-78C8-4C16-9860-C5534FECAF63}" presName="bgRect" presStyleLbl="bgShp" presStyleIdx="0" presStyleCnt="5"/>
      <dgm:spPr/>
    </dgm:pt>
    <dgm:pt modelId="{8A6F96AF-26E2-4F6E-A4E5-2F30DF339C61}" type="pres">
      <dgm:prSet presAssocID="{945E9303-78C8-4C16-9860-C5534FECAF6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22E6E50-D294-46D0-863B-3777794ADF54}" type="pres">
      <dgm:prSet presAssocID="{945E9303-78C8-4C16-9860-C5534FECAF63}" presName="spaceRect" presStyleCnt="0"/>
      <dgm:spPr/>
    </dgm:pt>
    <dgm:pt modelId="{4F162BD9-8897-43E9-BE54-AB03E9182C75}" type="pres">
      <dgm:prSet presAssocID="{945E9303-78C8-4C16-9860-C5534FECAF63}" presName="parTx" presStyleLbl="revTx" presStyleIdx="0" presStyleCnt="5">
        <dgm:presLayoutVars>
          <dgm:chMax val="0"/>
          <dgm:chPref val="0"/>
        </dgm:presLayoutVars>
      </dgm:prSet>
      <dgm:spPr/>
    </dgm:pt>
    <dgm:pt modelId="{29479CA9-8DF9-40A0-B9CE-AB8B3A7D68BD}" type="pres">
      <dgm:prSet presAssocID="{F8E1A6E4-EFDA-44CC-8013-3AAADE811612}" presName="sibTrans" presStyleCnt="0"/>
      <dgm:spPr/>
    </dgm:pt>
    <dgm:pt modelId="{EC43227B-DEB1-468E-9357-8851C0C19AA6}" type="pres">
      <dgm:prSet presAssocID="{7CE95C0F-571D-4C62-9C13-8E98FCA7F607}" presName="compNode" presStyleCnt="0"/>
      <dgm:spPr/>
    </dgm:pt>
    <dgm:pt modelId="{29411869-3854-4806-B1E7-2C6C11F055E4}" type="pres">
      <dgm:prSet presAssocID="{7CE95C0F-571D-4C62-9C13-8E98FCA7F607}" presName="bgRect" presStyleLbl="bgShp" presStyleIdx="1" presStyleCnt="5"/>
      <dgm:spPr/>
    </dgm:pt>
    <dgm:pt modelId="{B971FEEF-859E-4D9E-BD96-D780077A7171}" type="pres">
      <dgm:prSet presAssocID="{7CE95C0F-571D-4C62-9C13-8E98FCA7F60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6B26C3E-BC22-4036-A9DB-24EE8D83C771}" type="pres">
      <dgm:prSet presAssocID="{7CE95C0F-571D-4C62-9C13-8E98FCA7F607}" presName="spaceRect" presStyleCnt="0"/>
      <dgm:spPr/>
    </dgm:pt>
    <dgm:pt modelId="{5E4F09DF-0AE5-49CF-B19A-39076C884A8F}" type="pres">
      <dgm:prSet presAssocID="{7CE95C0F-571D-4C62-9C13-8E98FCA7F607}" presName="parTx" presStyleLbl="revTx" presStyleIdx="1" presStyleCnt="5">
        <dgm:presLayoutVars>
          <dgm:chMax val="0"/>
          <dgm:chPref val="0"/>
        </dgm:presLayoutVars>
      </dgm:prSet>
      <dgm:spPr/>
    </dgm:pt>
    <dgm:pt modelId="{C1BC0BA9-F9FF-4EB1-98DF-132FCBA14F68}" type="pres">
      <dgm:prSet presAssocID="{D5F1CF7B-BF7B-4FB4-84DC-7B3F4AB77797}" presName="sibTrans" presStyleCnt="0"/>
      <dgm:spPr/>
    </dgm:pt>
    <dgm:pt modelId="{B4190C16-E4A6-482F-862A-53BC80D0C392}" type="pres">
      <dgm:prSet presAssocID="{E4B1FFBD-78BE-4467-B895-93C99080B9B1}" presName="compNode" presStyleCnt="0"/>
      <dgm:spPr/>
    </dgm:pt>
    <dgm:pt modelId="{5570CA7A-5A1E-4C3A-9D18-9B1664A4D2A5}" type="pres">
      <dgm:prSet presAssocID="{E4B1FFBD-78BE-4467-B895-93C99080B9B1}" presName="bgRect" presStyleLbl="bgShp" presStyleIdx="2" presStyleCnt="5"/>
      <dgm:spPr/>
    </dgm:pt>
    <dgm:pt modelId="{49BA2CD3-A360-4C8E-8EAD-37D5E3A6D608}" type="pres">
      <dgm:prSet presAssocID="{E4B1FFBD-78BE-4467-B895-93C99080B9B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4210D550-DF3B-4241-BFB9-F831A0E63EE1}" type="pres">
      <dgm:prSet presAssocID="{E4B1FFBD-78BE-4467-B895-93C99080B9B1}" presName="spaceRect" presStyleCnt="0"/>
      <dgm:spPr/>
    </dgm:pt>
    <dgm:pt modelId="{0FB6C9BF-E8E7-4AB9-B5CD-012BC892E413}" type="pres">
      <dgm:prSet presAssocID="{E4B1FFBD-78BE-4467-B895-93C99080B9B1}" presName="parTx" presStyleLbl="revTx" presStyleIdx="2" presStyleCnt="5">
        <dgm:presLayoutVars>
          <dgm:chMax val="0"/>
          <dgm:chPref val="0"/>
        </dgm:presLayoutVars>
      </dgm:prSet>
      <dgm:spPr/>
    </dgm:pt>
    <dgm:pt modelId="{A9A5534A-14D0-413D-AE74-925677B98791}" type="pres">
      <dgm:prSet presAssocID="{28C9AA30-169F-4A34-BEF8-82127242D904}" presName="sibTrans" presStyleCnt="0"/>
      <dgm:spPr/>
    </dgm:pt>
    <dgm:pt modelId="{5B8158F9-D47C-45C2-B355-2166AB0463AC}" type="pres">
      <dgm:prSet presAssocID="{76C2581B-AC37-431E-9F02-FAD3E71082B8}" presName="compNode" presStyleCnt="0"/>
      <dgm:spPr/>
    </dgm:pt>
    <dgm:pt modelId="{1AF3BA6B-85C5-4D5E-9523-288B4E097EF6}" type="pres">
      <dgm:prSet presAssocID="{76C2581B-AC37-431E-9F02-FAD3E71082B8}" presName="bgRect" presStyleLbl="bgShp" presStyleIdx="3" presStyleCnt="5"/>
      <dgm:spPr/>
    </dgm:pt>
    <dgm:pt modelId="{44DF91E6-E43B-46F0-AD1D-F0BAE4351650}" type="pres">
      <dgm:prSet presAssocID="{76C2581B-AC37-431E-9F02-FAD3E71082B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3859F81C-66C9-4CE2-BAE1-5EBFF3EE8E9E}" type="pres">
      <dgm:prSet presAssocID="{76C2581B-AC37-431E-9F02-FAD3E71082B8}" presName="spaceRect" presStyleCnt="0"/>
      <dgm:spPr/>
    </dgm:pt>
    <dgm:pt modelId="{B2970AD2-9EDA-46C0-9638-59044684F23B}" type="pres">
      <dgm:prSet presAssocID="{76C2581B-AC37-431E-9F02-FAD3E71082B8}" presName="parTx" presStyleLbl="revTx" presStyleIdx="3" presStyleCnt="5">
        <dgm:presLayoutVars>
          <dgm:chMax val="0"/>
          <dgm:chPref val="0"/>
        </dgm:presLayoutVars>
      </dgm:prSet>
      <dgm:spPr/>
    </dgm:pt>
    <dgm:pt modelId="{29B1D9C3-7BE3-4DF1-9398-20E83E47444B}" type="pres">
      <dgm:prSet presAssocID="{28ECDF7B-0F17-4809-8800-3B2DC9AFE0CA}" presName="sibTrans" presStyleCnt="0"/>
      <dgm:spPr/>
    </dgm:pt>
    <dgm:pt modelId="{47A4AA67-14F2-4BB4-8C5B-4EF5C464CEAE}" type="pres">
      <dgm:prSet presAssocID="{922FE294-44C9-4E4B-B3F2-28F38E81991D}" presName="compNode" presStyleCnt="0"/>
      <dgm:spPr/>
    </dgm:pt>
    <dgm:pt modelId="{A9FB925C-B952-4143-B72F-1F47B6ECFC3B}" type="pres">
      <dgm:prSet presAssocID="{922FE294-44C9-4E4B-B3F2-28F38E81991D}" presName="bgRect" presStyleLbl="bgShp" presStyleIdx="4" presStyleCnt="5"/>
      <dgm:spPr/>
    </dgm:pt>
    <dgm:pt modelId="{CD6E6146-0F64-487A-93FE-0F7A772D3D6E}" type="pres">
      <dgm:prSet presAssocID="{922FE294-44C9-4E4B-B3F2-28F38E81991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70C3FA71-9C83-44BF-85C1-157DCA20D44D}" type="pres">
      <dgm:prSet presAssocID="{922FE294-44C9-4E4B-B3F2-28F38E81991D}" presName="spaceRect" presStyleCnt="0"/>
      <dgm:spPr/>
    </dgm:pt>
    <dgm:pt modelId="{CC29CBD4-BD1D-4CDC-93C4-5E08276638B3}" type="pres">
      <dgm:prSet presAssocID="{922FE294-44C9-4E4B-B3F2-28F38E81991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F997F27-D11C-42B7-8B73-2909B6E13051}" type="presOf" srcId="{E4B1FFBD-78BE-4467-B895-93C99080B9B1}" destId="{0FB6C9BF-E8E7-4AB9-B5CD-012BC892E413}" srcOrd="0" destOrd="0" presId="urn:microsoft.com/office/officeart/2018/2/layout/IconVerticalSolidList"/>
    <dgm:cxn modelId="{E55F6938-D2B9-4BB5-A171-0A1315C85AA0}" srcId="{5D65D245-FA2C-40AE-AD67-D8A085303796}" destId="{922FE294-44C9-4E4B-B3F2-28F38E81991D}" srcOrd="4" destOrd="0" parTransId="{CD1D3FA4-3B64-48B3-9BB2-5892A425BE32}" sibTransId="{0E26AA17-3392-497F-ACF1-1BB84A3AF675}"/>
    <dgm:cxn modelId="{32DC6773-EAD3-4180-93DE-387233BC7767}" srcId="{5D65D245-FA2C-40AE-AD67-D8A085303796}" destId="{945E9303-78C8-4C16-9860-C5534FECAF63}" srcOrd="0" destOrd="0" parTransId="{B3E828DF-4B76-4792-A893-AAE2F80B7AA6}" sibTransId="{F8E1A6E4-EFDA-44CC-8013-3AAADE811612}"/>
    <dgm:cxn modelId="{BFFCF47F-CB81-43A6-A940-FEE89F3DC507}" srcId="{5D65D245-FA2C-40AE-AD67-D8A085303796}" destId="{7CE95C0F-571D-4C62-9C13-8E98FCA7F607}" srcOrd="1" destOrd="0" parTransId="{BF5F4574-99AE-469C-8EEE-D008F010F638}" sibTransId="{D5F1CF7B-BF7B-4FB4-84DC-7B3F4AB77797}"/>
    <dgm:cxn modelId="{70DD6D84-B1A8-4A94-B7B7-67162365D0B9}" type="presOf" srcId="{5D65D245-FA2C-40AE-AD67-D8A085303796}" destId="{416E9C2D-4AE4-49A0-B207-4FC72B5E7781}" srcOrd="0" destOrd="0" presId="urn:microsoft.com/office/officeart/2018/2/layout/IconVerticalSolidList"/>
    <dgm:cxn modelId="{5B1CDD8E-C9E7-4A75-A934-B5E80857B144}" srcId="{5D65D245-FA2C-40AE-AD67-D8A085303796}" destId="{E4B1FFBD-78BE-4467-B895-93C99080B9B1}" srcOrd="2" destOrd="0" parTransId="{16E56B7A-084F-47DC-BA02-29DDAC3AC303}" sibTransId="{28C9AA30-169F-4A34-BEF8-82127242D904}"/>
    <dgm:cxn modelId="{C3EB9FC0-0C80-48E0-8585-59415E79EF53}" type="presOf" srcId="{922FE294-44C9-4E4B-B3F2-28F38E81991D}" destId="{CC29CBD4-BD1D-4CDC-93C4-5E08276638B3}" srcOrd="0" destOrd="0" presId="urn:microsoft.com/office/officeart/2018/2/layout/IconVerticalSolidList"/>
    <dgm:cxn modelId="{EBB730C4-89F3-48AB-882D-F778769928C3}" type="presOf" srcId="{76C2581B-AC37-431E-9F02-FAD3E71082B8}" destId="{B2970AD2-9EDA-46C0-9638-59044684F23B}" srcOrd="0" destOrd="0" presId="urn:microsoft.com/office/officeart/2018/2/layout/IconVerticalSolidList"/>
    <dgm:cxn modelId="{A4218BC6-7A48-4105-8E08-B53DDA6CC394}" type="presOf" srcId="{7CE95C0F-571D-4C62-9C13-8E98FCA7F607}" destId="{5E4F09DF-0AE5-49CF-B19A-39076C884A8F}" srcOrd="0" destOrd="0" presId="urn:microsoft.com/office/officeart/2018/2/layout/IconVerticalSolidList"/>
    <dgm:cxn modelId="{B9C211CB-9779-41FA-B137-4B4E28E4F314}" srcId="{5D65D245-FA2C-40AE-AD67-D8A085303796}" destId="{76C2581B-AC37-431E-9F02-FAD3E71082B8}" srcOrd="3" destOrd="0" parTransId="{485DCE68-287A-4906-9C62-6BBA14A28DDC}" sibTransId="{28ECDF7B-0F17-4809-8800-3B2DC9AFE0CA}"/>
    <dgm:cxn modelId="{FE116DFC-6843-4FCD-AB7C-B329F6C6B235}" type="presOf" srcId="{945E9303-78C8-4C16-9860-C5534FECAF63}" destId="{4F162BD9-8897-43E9-BE54-AB03E9182C75}" srcOrd="0" destOrd="0" presId="urn:microsoft.com/office/officeart/2018/2/layout/IconVerticalSolidList"/>
    <dgm:cxn modelId="{91A34E87-126D-45F0-8915-0448EE54C413}" type="presParOf" srcId="{416E9C2D-4AE4-49A0-B207-4FC72B5E7781}" destId="{35AEC31A-A89C-49EF-AD03-380BF0D8076C}" srcOrd="0" destOrd="0" presId="urn:microsoft.com/office/officeart/2018/2/layout/IconVerticalSolidList"/>
    <dgm:cxn modelId="{6DA8F3B7-C229-40C3-A318-F133A4E88F22}" type="presParOf" srcId="{35AEC31A-A89C-49EF-AD03-380BF0D8076C}" destId="{FE757F5F-7353-47E5-837B-38229CCAEB29}" srcOrd="0" destOrd="0" presId="urn:microsoft.com/office/officeart/2018/2/layout/IconVerticalSolidList"/>
    <dgm:cxn modelId="{D7051F04-D9A9-46B5-906B-8773862FA11A}" type="presParOf" srcId="{35AEC31A-A89C-49EF-AD03-380BF0D8076C}" destId="{8A6F96AF-26E2-4F6E-A4E5-2F30DF339C61}" srcOrd="1" destOrd="0" presId="urn:microsoft.com/office/officeart/2018/2/layout/IconVerticalSolidList"/>
    <dgm:cxn modelId="{67D2298F-870A-4C24-819D-3556CACCF7D9}" type="presParOf" srcId="{35AEC31A-A89C-49EF-AD03-380BF0D8076C}" destId="{C22E6E50-D294-46D0-863B-3777794ADF54}" srcOrd="2" destOrd="0" presId="urn:microsoft.com/office/officeart/2018/2/layout/IconVerticalSolidList"/>
    <dgm:cxn modelId="{2642FC54-DD00-4678-A4BA-3C48D0CFFB9E}" type="presParOf" srcId="{35AEC31A-A89C-49EF-AD03-380BF0D8076C}" destId="{4F162BD9-8897-43E9-BE54-AB03E9182C75}" srcOrd="3" destOrd="0" presId="urn:microsoft.com/office/officeart/2018/2/layout/IconVerticalSolidList"/>
    <dgm:cxn modelId="{564786C5-7E61-4608-A801-8F1C4DA7025B}" type="presParOf" srcId="{416E9C2D-4AE4-49A0-B207-4FC72B5E7781}" destId="{29479CA9-8DF9-40A0-B9CE-AB8B3A7D68BD}" srcOrd="1" destOrd="0" presId="urn:microsoft.com/office/officeart/2018/2/layout/IconVerticalSolidList"/>
    <dgm:cxn modelId="{B762D2A7-CF1C-4C11-82B2-BBA977EBDEB0}" type="presParOf" srcId="{416E9C2D-4AE4-49A0-B207-4FC72B5E7781}" destId="{EC43227B-DEB1-468E-9357-8851C0C19AA6}" srcOrd="2" destOrd="0" presId="urn:microsoft.com/office/officeart/2018/2/layout/IconVerticalSolidList"/>
    <dgm:cxn modelId="{B284BEFE-942A-444A-B5F9-4788DD358E30}" type="presParOf" srcId="{EC43227B-DEB1-468E-9357-8851C0C19AA6}" destId="{29411869-3854-4806-B1E7-2C6C11F055E4}" srcOrd="0" destOrd="0" presId="urn:microsoft.com/office/officeart/2018/2/layout/IconVerticalSolidList"/>
    <dgm:cxn modelId="{650DAE2A-9DC8-4761-996A-9F67D0BB1C96}" type="presParOf" srcId="{EC43227B-DEB1-468E-9357-8851C0C19AA6}" destId="{B971FEEF-859E-4D9E-BD96-D780077A7171}" srcOrd="1" destOrd="0" presId="urn:microsoft.com/office/officeart/2018/2/layout/IconVerticalSolidList"/>
    <dgm:cxn modelId="{00494152-E498-4BD5-BD35-30A6B53B2DA2}" type="presParOf" srcId="{EC43227B-DEB1-468E-9357-8851C0C19AA6}" destId="{D6B26C3E-BC22-4036-A9DB-24EE8D83C771}" srcOrd="2" destOrd="0" presId="urn:microsoft.com/office/officeart/2018/2/layout/IconVerticalSolidList"/>
    <dgm:cxn modelId="{71B101A2-7DE4-4E98-857A-57992C325F63}" type="presParOf" srcId="{EC43227B-DEB1-468E-9357-8851C0C19AA6}" destId="{5E4F09DF-0AE5-49CF-B19A-39076C884A8F}" srcOrd="3" destOrd="0" presId="urn:microsoft.com/office/officeart/2018/2/layout/IconVerticalSolidList"/>
    <dgm:cxn modelId="{9CC0DD0E-6DFA-4CFF-A85E-28AB115CA055}" type="presParOf" srcId="{416E9C2D-4AE4-49A0-B207-4FC72B5E7781}" destId="{C1BC0BA9-F9FF-4EB1-98DF-132FCBA14F68}" srcOrd="3" destOrd="0" presId="urn:microsoft.com/office/officeart/2018/2/layout/IconVerticalSolidList"/>
    <dgm:cxn modelId="{C273E94C-E4B2-4D7A-AC2E-EB85BC864CF1}" type="presParOf" srcId="{416E9C2D-4AE4-49A0-B207-4FC72B5E7781}" destId="{B4190C16-E4A6-482F-862A-53BC80D0C392}" srcOrd="4" destOrd="0" presId="urn:microsoft.com/office/officeart/2018/2/layout/IconVerticalSolidList"/>
    <dgm:cxn modelId="{7D66B3A2-A1A5-4D21-9A84-203B0F1993F0}" type="presParOf" srcId="{B4190C16-E4A6-482F-862A-53BC80D0C392}" destId="{5570CA7A-5A1E-4C3A-9D18-9B1664A4D2A5}" srcOrd="0" destOrd="0" presId="urn:microsoft.com/office/officeart/2018/2/layout/IconVerticalSolidList"/>
    <dgm:cxn modelId="{64FA6804-B880-4132-ACF0-7C9AC25AB1FE}" type="presParOf" srcId="{B4190C16-E4A6-482F-862A-53BC80D0C392}" destId="{49BA2CD3-A360-4C8E-8EAD-37D5E3A6D608}" srcOrd="1" destOrd="0" presId="urn:microsoft.com/office/officeart/2018/2/layout/IconVerticalSolidList"/>
    <dgm:cxn modelId="{36D93691-A36C-44DB-98ED-841F846E0D64}" type="presParOf" srcId="{B4190C16-E4A6-482F-862A-53BC80D0C392}" destId="{4210D550-DF3B-4241-BFB9-F831A0E63EE1}" srcOrd="2" destOrd="0" presId="urn:microsoft.com/office/officeart/2018/2/layout/IconVerticalSolidList"/>
    <dgm:cxn modelId="{981CB572-55DC-46B7-9AA6-251419CF5F43}" type="presParOf" srcId="{B4190C16-E4A6-482F-862A-53BC80D0C392}" destId="{0FB6C9BF-E8E7-4AB9-B5CD-012BC892E413}" srcOrd="3" destOrd="0" presId="urn:microsoft.com/office/officeart/2018/2/layout/IconVerticalSolidList"/>
    <dgm:cxn modelId="{A42246E6-9A8D-4787-B6CC-F3E7685281DD}" type="presParOf" srcId="{416E9C2D-4AE4-49A0-B207-4FC72B5E7781}" destId="{A9A5534A-14D0-413D-AE74-925677B98791}" srcOrd="5" destOrd="0" presId="urn:microsoft.com/office/officeart/2018/2/layout/IconVerticalSolidList"/>
    <dgm:cxn modelId="{C6B95EA9-7670-41FD-AF01-4CDAED0B3056}" type="presParOf" srcId="{416E9C2D-4AE4-49A0-B207-4FC72B5E7781}" destId="{5B8158F9-D47C-45C2-B355-2166AB0463AC}" srcOrd="6" destOrd="0" presId="urn:microsoft.com/office/officeart/2018/2/layout/IconVerticalSolidList"/>
    <dgm:cxn modelId="{19F7E87F-9AD5-466B-85FC-30E781F11404}" type="presParOf" srcId="{5B8158F9-D47C-45C2-B355-2166AB0463AC}" destId="{1AF3BA6B-85C5-4D5E-9523-288B4E097EF6}" srcOrd="0" destOrd="0" presId="urn:microsoft.com/office/officeart/2018/2/layout/IconVerticalSolidList"/>
    <dgm:cxn modelId="{F497B4EC-E733-41D6-99A5-DCC3D2456431}" type="presParOf" srcId="{5B8158F9-D47C-45C2-B355-2166AB0463AC}" destId="{44DF91E6-E43B-46F0-AD1D-F0BAE4351650}" srcOrd="1" destOrd="0" presId="urn:microsoft.com/office/officeart/2018/2/layout/IconVerticalSolidList"/>
    <dgm:cxn modelId="{C19E7B01-30E1-41C3-BEE8-71C3557EFF99}" type="presParOf" srcId="{5B8158F9-D47C-45C2-B355-2166AB0463AC}" destId="{3859F81C-66C9-4CE2-BAE1-5EBFF3EE8E9E}" srcOrd="2" destOrd="0" presId="urn:microsoft.com/office/officeart/2018/2/layout/IconVerticalSolidList"/>
    <dgm:cxn modelId="{327F7E43-6A9D-466F-A6E1-8602913D226B}" type="presParOf" srcId="{5B8158F9-D47C-45C2-B355-2166AB0463AC}" destId="{B2970AD2-9EDA-46C0-9638-59044684F23B}" srcOrd="3" destOrd="0" presId="urn:microsoft.com/office/officeart/2018/2/layout/IconVerticalSolidList"/>
    <dgm:cxn modelId="{99A4B329-BCCF-4EF0-A9F6-77A1696C721B}" type="presParOf" srcId="{416E9C2D-4AE4-49A0-B207-4FC72B5E7781}" destId="{29B1D9C3-7BE3-4DF1-9398-20E83E47444B}" srcOrd="7" destOrd="0" presId="urn:microsoft.com/office/officeart/2018/2/layout/IconVerticalSolidList"/>
    <dgm:cxn modelId="{A389F04A-D4F3-44DE-9CAB-CB01BFF69F1F}" type="presParOf" srcId="{416E9C2D-4AE4-49A0-B207-4FC72B5E7781}" destId="{47A4AA67-14F2-4BB4-8C5B-4EF5C464CEAE}" srcOrd="8" destOrd="0" presId="urn:microsoft.com/office/officeart/2018/2/layout/IconVerticalSolidList"/>
    <dgm:cxn modelId="{D72A2F4E-1C91-4D54-8582-8F0D14A2BAA4}" type="presParOf" srcId="{47A4AA67-14F2-4BB4-8C5B-4EF5C464CEAE}" destId="{A9FB925C-B952-4143-B72F-1F47B6ECFC3B}" srcOrd="0" destOrd="0" presId="urn:microsoft.com/office/officeart/2018/2/layout/IconVerticalSolidList"/>
    <dgm:cxn modelId="{100C5199-AD14-4E8C-BF0B-32237D4293C8}" type="presParOf" srcId="{47A4AA67-14F2-4BB4-8C5B-4EF5C464CEAE}" destId="{CD6E6146-0F64-487A-93FE-0F7A772D3D6E}" srcOrd="1" destOrd="0" presId="urn:microsoft.com/office/officeart/2018/2/layout/IconVerticalSolidList"/>
    <dgm:cxn modelId="{90B2DCF8-B141-44FA-A47D-D11621889095}" type="presParOf" srcId="{47A4AA67-14F2-4BB4-8C5B-4EF5C464CEAE}" destId="{70C3FA71-9C83-44BF-85C1-157DCA20D44D}" srcOrd="2" destOrd="0" presId="urn:microsoft.com/office/officeart/2018/2/layout/IconVerticalSolidList"/>
    <dgm:cxn modelId="{E57A596C-F338-4273-B249-426E45FF7537}" type="presParOf" srcId="{47A4AA67-14F2-4BB4-8C5B-4EF5C464CEAE}" destId="{CC29CBD4-BD1D-4CDC-93C4-5E08276638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ADF4F9-947C-4947-9202-1487180D4A90}" type="doc">
      <dgm:prSet loTypeId="urn:microsoft.com/office/officeart/2005/8/layout/default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D89665F-688F-4D36-BCBD-EA71F9E54C49}">
      <dgm:prSet/>
      <dgm:spPr/>
      <dgm:t>
        <a:bodyPr/>
        <a:lstStyle/>
        <a:p>
          <a:r>
            <a:rPr lang="en-US" b="0" i="0" baseline="0" dirty="0"/>
            <a:t>No interactivity (no events, no button clicks)</a:t>
          </a:r>
          <a:endParaRPr lang="en-US" dirty="0"/>
        </a:p>
      </dgm:t>
    </dgm:pt>
    <dgm:pt modelId="{88513F2B-38E0-4A5D-ABD1-541C6A3BC4E5}" type="parTrans" cxnId="{20CC4796-5884-44EB-9261-6E58000B6ADA}">
      <dgm:prSet/>
      <dgm:spPr/>
      <dgm:t>
        <a:bodyPr/>
        <a:lstStyle/>
        <a:p>
          <a:endParaRPr lang="en-US"/>
        </a:p>
      </dgm:t>
    </dgm:pt>
    <dgm:pt modelId="{2FBBD73A-1C84-4EAE-9EB0-5367309D2748}" type="sibTrans" cxnId="{20CC4796-5884-44EB-9261-6E58000B6ADA}">
      <dgm:prSet/>
      <dgm:spPr/>
      <dgm:t>
        <a:bodyPr/>
        <a:lstStyle/>
        <a:p>
          <a:endParaRPr lang="en-US"/>
        </a:p>
      </dgm:t>
    </dgm:pt>
    <dgm:pt modelId="{BF7DB8FE-7B72-424B-9D9C-1B51BDCD173D}">
      <dgm:prSet/>
      <dgm:spPr/>
      <dgm:t>
        <a:bodyPr/>
        <a:lstStyle/>
        <a:p>
          <a:r>
            <a:rPr lang="en-US" b="0" i="0" baseline="0" dirty="0"/>
            <a:t>Renders HTML only once on the server</a:t>
          </a:r>
          <a:endParaRPr lang="en-US" dirty="0"/>
        </a:p>
      </dgm:t>
    </dgm:pt>
    <dgm:pt modelId="{1D8C9042-1D7D-4DAF-8610-5E8F6CA51F1B}" type="parTrans" cxnId="{B5FB6502-007A-44B3-9BF0-78B3AF125856}">
      <dgm:prSet/>
      <dgm:spPr/>
      <dgm:t>
        <a:bodyPr/>
        <a:lstStyle/>
        <a:p>
          <a:endParaRPr lang="en-US"/>
        </a:p>
      </dgm:t>
    </dgm:pt>
    <dgm:pt modelId="{648D3F52-FE8E-45BA-9436-09D15EAE87D9}" type="sibTrans" cxnId="{B5FB6502-007A-44B3-9BF0-78B3AF125856}">
      <dgm:prSet/>
      <dgm:spPr/>
      <dgm:t>
        <a:bodyPr/>
        <a:lstStyle/>
        <a:p>
          <a:endParaRPr lang="en-US"/>
        </a:p>
      </dgm:t>
    </dgm:pt>
    <dgm:pt modelId="{E1E926F0-048A-4E3E-AF74-E15D659DE55D}">
      <dgm:prSet/>
      <dgm:spPr/>
      <dgm:t>
        <a:bodyPr/>
        <a:lstStyle/>
        <a:p>
          <a:r>
            <a:rPr lang="en-US" b="0" i="0" baseline="0" dirty="0"/>
            <a:t>Extremely fast initial load</a:t>
          </a:r>
          <a:endParaRPr lang="en-US" dirty="0"/>
        </a:p>
      </dgm:t>
    </dgm:pt>
    <dgm:pt modelId="{451A8A6D-C5FD-4C65-AAD7-492D11C423E3}" type="parTrans" cxnId="{7B04A911-BD5F-4E66-AEDE-BF636CB60E46}">
      <dgm:prSet/>
      <dgm:spPr/>
      <dgm:t>
        <a:bodyPr/>
        <a:lstStyle/>
        <a:p>
          <a:endParaRPr lang="en-US"/>
        </a:p>
      </dgm:t>
    </dgm:pt>
    <dgm:pt modelId="{A77FFDAF-8FE4-4B4B-BA51-6A4D373DAED0}" type="sibTrans" cxnId="{7B04A911-BD5F-4E66-AEDE-BF636CB60E46}">
      <dgm:prSet/>
      <dgm:spPr/>
      <dgm:t>
        <a:bodyPr/>
        <a:lstStyle/>
        <a:p>
          <a:endParaRPr lang="en-US"/>
        </a:p>
      </dgm:t>
    </dgm:pt>
    <dgm:pt modelId="{DF4EFBA1-F14A-49BF-A2DC-EC04D5D95405}">
      <dgm:prSet/>
      <dgm:spPr/>
      <dgm:t>
        <a:bodyPr/>
        <a:lstStyle/>
        <a:p>
          <a:r>
            <a:rPr lang="en-US" b="0" i="0" baseline="0" dirty="0"/>
            <a:t>SEO-friendly output (pure HTML)</a:t>
          </a:r>
          <a:endParaRPr lang="en-US" dirty="0"/>
        </a:p>
      </dgm:t>
    </dgm:pt>
    <dgm:pt modelId="{3D5F848F-87D3-4F55-AC69-EACF3917915E}" type="parTrans" cxnId="{6FBE2FE1-9C21-4B27-B9ED-79E33E00670C}">
      <dgm:prSet/>
      <dgm:spPr/>
      <dgm:t>
        <a:bodyPr/>
        <a:lstStyle/>
        <a:p>
          <a:endParaRPr lang="en-US"/>
        </a:p>
      </dgm:t>
    </dgm:pt>
    <dgm:pt modelId="{3A6B6499-9D83-4414-B3C8-EE2A136CDC14}" type="sibTrans" cxnId="{6FBE2FE1-9C21-4B27-B9ED-79E33E00670C}">
      <dgm:prSet/>
      <dgm:spPr/>
      <dgm:t>
        <a:bodyPr/>
        <a:lstStyle/>
        <a:p>
          <a:endParaRPr lang="en-US"/>
        </a:p>
      </dgm:t>
    </dgm:pt>
    <dgm:pt modelId="{88D92457-082B-46E3-9438-9B8820308204}">
      <dgm:prSet/>
      <dgm:spPr/>
      <dgm:t>
        <a:bodyPr/>
        <a:lstStyle/>
        <a:p>
          <a:r>
            <a:rPr lang="en-US" b="0" i="0" baseline="0" dirty="0"/>
            <a:t>Great for content-heavy pages</a:t>
          </a:r>
          <a:endParaRPr lang="en-US" dirty="0"/>
        </a:p>
      </dgm:t>
    </dgm:pt>
    <dgm:pt modelId="{98F908E8-CE7B-4C8E-88E0-D569F048EA71}" type="parTrans" cxnId="{F5942996-9927-49BD-89C0-C7966CC46815}">
      <dgm:prSet/>
      <dgm:spPr/>
      <dgm:t>
        <a:bodyPr/>
        <a:lstStyle/>
        <a:p>
          <a:endParaRPr lang="en-US"/>
        </a:p>
      </dgm:t>
    </dgm:pt>
    <dgm:pt modelId="{99B72B07-D809-401A-B3E5-C4A70B1A3B24}" type="sibTrans" cxnId="{F5942996-9927-49BD-89C0-C7966CC46815}">
      <dgm:prSet/>
      <dgm:spPr/>
      <dgm:t>
        <a:bodyPr/>
        <a:lstStyle/>
        <a:p>
          <a:endParaRPr lang="en-US"/>
        </a:p>
      </dgm:t>
    </dgm:pt>
    <dgm:pt modelId="{D06DDF95-46D4-433C-9B1A-93FE1E1DC6D7}">
      <dgm:prSet/>
      <dgm:spPr/>
      <dgm:t>
        <a:bodyPr/>
        <a:lstStyle/>
        <a:p>
          <a:r>
            <a:rPr lang="en-US" b="0" i="0" baseline="0" dirty="0"/>
            <a:t>Default mode when @rendermode is not specified</a:t>
          </a:r>
          <a:endParaRPr lang="en-US" dirty="0"/>
        </a:p>
      </dgm:t>
    </dgm:pt>
    <dgm:pt modelId="{ED32C3DA-82BF-4D9C-8B07-08D263F605CE}" type="parTrans" cxnId="{41EF3DBE-EC4A-4B81-B6AF-9FAABAE8B37A}">
      <dgm:prSet/>
      <dgm:spPr/>
      <dgm:t>
        <a:bodyPr/>
        <a:lstStyle/>
        <a:p>
          <a:endParaRPr lang="en-US"/>
        </a:p>
      </dgm:t>
    </dgm:pt>
    <dgm:pt modelId="{D20C6D8C-1AA8-46F9-90A7-6722435C19A1}" type="sibTrans" cxnId="{41EF3DBE-EC4A-4B81-B6AF-9FAABAE8B37A}">
      <dgm:prSet/>
      <dgm:spPr/>
      <dgm:t>
        <a:bodyPr/>
        <a:lstStyle/>
        <a:p>
          <a:endParaRPr lang="en-US"/>
        </a:p>
      </dgm:t>
    </dgm:pt>
    <dgm:pt modelId="{E73FB845-1635-4157-8918-5F0999A5F8DF}" type="pres">
      <dgm:prSet presAssocID="{F0ADF4F9-947C-4947-9202-1487180D4A90}" presName="diagram" presStyleCnt="0">
        <dgm:presLayoutVars>
          <dgm:dir/>
          <dgm:resizeHandles val="exact"/>
        </dgm:presLayoutVars>
      </dgm:prSet>
      <dgm:spPr/>
    </dgm:pt>
    <dgm:pt modelId="{25C6DA10-BC4B-4866-8A33-AEC2643D2AA6}" type="pres">
      <dgm:prSet presAssocID="{FD89665F-688F-4D36-BCBD-EA71F9E54C49}" presName="node" presStyleLbl="node1" presStyleIdx="0" presStyleCnt="6">
        <dgm:presLayoutVars>
          <dgm:bulletEnabled val="1"/>
        </dgm:presLayoutVars>
      </dgm:prSet>
      <dgm:spPr/>
    </dgm:pt>
    <dgm:pt modelId="{58889181-6400-4E59-9D10-A8F3EA355CC9}" type="pres">
      <dgm:prSet presAssocID="{2FBBD73A-1C84-4EAE-9EB0-5367309D2748}" presName="sibTrans" presStyleCnt="0"/>
      <dgm:spPr/>
    </dgm:pt>
    <dgm:pt modelId="{E1051248-FA49-4711-B782-04D03C690C43}" type="pres">
      <dgm:prSet presAssocID="{BF7DB8FE-7B72-424B-9D9C-1B51BDCD173D}" presName="node" presStyleLbl="node1" presStyleIdx="1" presStyleCnt="6">
        <dgm:presLayoutVars>
          <dgm:bulletEnabled val="1"/>
        </dgm:presLayoutVars>
      </dgm:prSet>
      <dgm:spPr/>
    </dgm:pt>
    <dgm:pt modelId="{2C9F4570-267E-46B8-B171-E20D1CDD3717}" type="pres">
      <dgm:prSet presAssocID="{648D3F52-FE8E-45BA-9436-09D15EAE87D9}" presName="sibTrans" presStyleCnt="0"/>
      <dgm:spPr/>
    </dgm:pt>
    <dgm:pt modelId="{437B1D08-1BE9-4E1F-B696-A33F41C7AF16}" type="pres">
      <dgm:prSet presAssocID="{E1E926F0-048A-4E3E-AF74-E15D659DE55D}" presName="node" presStyleLbl="node1" presStyleIdx="2" presStyleCnt="6">
        <dgm:presLayoutVars>
          <dgm:bulletEnabled val="1"/>
        </dgm:presLayoutVars>
      </dgm:prSet>
      <dgm:spPr/>
    </dgm:pt>
    <dgm:pt modelId="{09531C89-D606-4809-AF65-BA3BE9C314FA}" type="pres">
      <dgm:prSet presAssocID="{A77FFDAF-8FE4-4B4B-BA51-6A4D373DAED0}" presName="sibTrans" presStyleCnt="0"/>
      <dgm:spPr/>
    </dgm:pt>
    <dgm:pt modelId="{49415527-E2B9-4FE5-B545-41159F307FE6}" type="pres">
      <dgm:prSet presAssocID="{DF4EFBA1-F14A-49BF-A2DC-EC04D5D95405}" presName="node" presStyleLbl="node1" presStyleIdx="3" presStyleCnt="6">
        <dgm:presLayoutVars>
          <dgm:bulletEnabled val="1"/>
        </dgm:presLayoutVars>
      </dgm:prSet>
      <dgm:spPr/>
    </dgm:pt>
    <dgm:pt modelId="{BDC3C424-FF87-4527-B3DC-0402D952D6AF}" type="pres">
      <dgm:prSet presAssocID="{3A6B6499-9D83-4414-B3C8-EE2A136CDC14}" presName="sibTrans" presStyleCnt="0"/>
      <dgm:spPr/>
    </dgm:pt>
    <dgm:pt modelId="{BD06F44D-2E2D-452F-A8FB-223985F423AB}" type="pres">
      <dgm:prSet presAssocID="{88D92457-082B-46E3-9438-9B8820308204}" presName="node" presStyleLbl="node1" presStyleIdx="4" presStyleCnt="6">
        <dgm:presLayoutVars>
          <dgm:bulletEnabled val="1"/>
        </dgm:presLayoutVars>
      </dgm:prSet>
      <dgm:spPr/>
    </dgm:pt>
    <dgm:pt modelId="{8F946BBB-DE85-4BFA-845C-1FFD966EFA90}" type="pres">
      <dgm:prSet presAssocID="{99B72B07-D809-401A-B3E5-C4A70B1A3B24}" presName="sibTrans" presStyleCnt="0"/>
      <dgm:spPr/>
    </dgm:pt>
    <dgm:pt modelId="{333D492D-2C30-48C2-A584-AA0BAC4D0BDA}" type="pres">
      <dgm:prSet presAssocID="{D06DDF95-46D4-433C-9B1A-93FE1E1DC6D7}" presName="node" presStyleLbl="node1" presStyleIdx="5" presStyleCnt="6">
        <dgm:presLayoutVars>
          <dgm:bulletEnabled val="1"/>
        </dgm:presLayoutVars>
      </dgm:prSet>
      <dgm:spPr/>
    </dgm:pt>
  </dgm:ptLst>
  <dgm:cxnLst>
    <dgm:cxn modelId="{B5FB6502-007A-44B3-9BF0-78B3AF125856}" srcId="{F0ADF4F9-947C-4947-9202-1487180D4A90}" destId="{BF7DB8FE-7B72-424B-9D9C-1B51BDCD173D}" srcOrd="1" destOrd="0" parTransId="{1D8C9042-1D7D-4DAF-8610-5E8F6CA51F1B}" sibTransId="{648D3F52-FE8E-45BA-9436-09D15EAE87D9}"/>
    <dgm:cxn modelId="{7B04A911-BD5F-4E66-AEDE-BF636CB60E46}" srcId="{F0ADF4F9-947C-4947-9202-1487180D4A90}" destId="{E1E926F0-048A-4E3E-AF74-E15D659DE55D}" srcOrd="2" destOrd="0" parTransId="{451A8A6D-C5FD-4C65-AAD7-492D11C423E3}" sibTransId="{A77FFDAF-8FE4-4B4B-BA51-6A4D373DAED0}"/>
    <dgm:cxn modelId="{95AE5322-40FB-467E-9EC2-A2D0698B0EDF}" type="presOf" srcId="{BF7DB8FE-7B72-424B-9D9C-1B51BDCD173D}" destId="{E1051248-FA49-4711-B782-04D03C690C43}" srcOrd="0" destOrd="0" presId="urn:microsoft.com/office/officeart/2005/8/layout/default"/>
    <dgm:cxn modelId="{16998E69-0F0D-4AF3-9B85-DEF6B1696A07}" type="presOf" srcId="{FD89665F-688F-4D36-BCBD-EA71F9E54C49}" destId="{25C6DA10-BC4B-4866-8A33-AEC2643D2AA6}" srcOrd="0" destOrd="0" presId="urn:microsoft.com/office/officeart/2005/8/layout/default"/>
    <dgm:cxn modelId="{77A3A17F-ECCE-498D-A3B2-2D3D17812FCC}" type="presOf" srcId="{E1E926F0-048A-4E3E-AF74-E15D659DE55D}" destId="{437B1D08-1BE9-4E1F-B696-A33F41C7AF16}" srcOrd="0" destOrd="0" presId="urn:microsoft.com/office/officeart/2005/8/layout/default"/>
    <dgm:cxn modelId="{F5942996-9927-49BD-89C0-C7966CC46815}" srcId="{F0ADF4F9-947C-4947-9202-1487180D4A90}" destId="{88D92457-082B-46E3-9438-9B8820308204}" srcOrd="4" destOrd="0" parTransId="{98F908E8-CE7B-4C8E-88E0-D569F048EA71}" sibTransId="{99B72B07-D809-401A-B3E5-C4A70B1A3B24}"/>
    <dgm:cxn modelId="{20CC4796-5884-44EB-9261-6E58000B6ADA}" srcId="{F0ADF4F9-947C-4947-9202-1487180D4A90}" destId="{FD89665F-688F-4D36-BCBD-EA71F9E54C49}" srcOrd="0" destOrd="0" parTransId="{88513F2B-38E0-4A5D-ABD1-541C6A3BC4E5}" sibTransId="{2FBBD73A-1C84-4EAE-9EB0-5367309D2748}"/>
    <dgm:cxn modelId="{A39BF2AB-BF0F-468D-A3C7-11B5455AE63B}" type="presOf" srcId="{D06DDF95-46D4-433C-9B1A-93FE1E1DC6D7}" destId="{333D492D-2C30-48C2-A584-AA0BAC4D0BDA}" srcOrd="0" destOrd="0" presId="urn:microsoft.com/office/officeart/2005/8/layout/default"/>
    <dgm:cxn modelId="{E5E7E9B4-E722-4365-84D0-42C0FC092AC0}" type="presOf" srcId="{88D92457-082B-46E3-9438-9B8820308204}" destId="{BD06F44D-2E2D-452F-A8FB-223985F423AB}" srcOrd="0" destOrd="0" presId="urn:microsoft.com/office/officeart/2005/8/layout/default"/>
    <dgm:cxn modelId="{585649B7-6FD1-4671-8DE6-55E95A20D6C6}" type="presOf" srcId="{F0ADF4F9-947C-4947-9202-1487180D4A90}" destId="{E73FB845-1635-4157-8918-5F0999A5F8DF}" srcOrd="0" destOrd="0" presId="urn:microsoft.com/office/officeart/2005/8/layout/default"/>
    <dgm:cxn modelId="{41EF3DBE-EC4A-4B81-B6AF-9FAABAE8B37A}" srcId="{F0ADF4F9-947C-4947-9202-1487180D4A90}" destId="{D06DDF95-46D4-433C-9B1A-93FE1E1DC6D7}" srcOrd="5" destOrd="0" parTransId="{ED32C3DA-82BF-4D9C-8B07-08D263F605CE}" sibTransId="{D20C6D8C-1AA8-46F9-90A7-6722435C19A1}"/>
    <dgm:cxn modelId="{6FBE2FE1-9C21-4B27-B9ED-79E33E00670C}" srcId="{F0ADF4F9-947C-4947-9202-1487180D4A90}" destId="{DF4EFBA1-F14A-49BF-A2DC-EC04D5D95405}" srcOrd="3" destOrd="0" parTransId="{3D5F848F-87D3-4F55-AC69-EACF3917915E}" sibTransId="{3A6B6499-9D83-4414-B3C8-EE2A136CDC14}"/>
    <dgm:cxn modelId="{9D5B7AF2-DA32-45F0-9E48-EF41DE187BFB}" type="presOf" srcId="{DF4EFBA1-F14A-49BF-A2DC-EC04D5D95405}" destId="{49415527-E2B9-4FE5-B545-41159F307FE6}" srcOrd="0" destOrd="0" presId="urn:microsoft.com/office/officeart/2005/8/layout/default"/>
    <dgm:cxn modelId="{3EB5BBA2-C95D-474D-A101-511A50119B52}" type="presParOf" srcId="{E73FB845-1635-4157-8918-5F0999A5F8DF}" destId="{25C6DA10-BC4B-4866-8A33-AEC2643D2AA6}" srcOrd="0" destOrd="0" presId="urn:microsoft.com/office/officeart/2005/8/layout/default"/>
    <dgm:cxn modelId="{FCABAE7F-CACA-47B2-BC14-49F55ADAF8BF}" type="presParOf" srcId="{E73FB845-1635-4157-8918-5F0999A5F8DF}" destId="{58889181-6400-4E59-9D10-A8F3EA355CC9}" srcOrd="1" destOrd="0" presId="urn:microsoft.com/office/officeart/2005/8/layout/default"/>
    <dgm:cxn modelId="{5C12C958-A7BA-43A1-8A3E-12AC6B1EA9CE}" type="presParOf" srcId="{E73FB845-1635-4157-8918-5F0999A5F8DF}" destId="{E1051248-FA49-4711-B782-04D03C690C43}" srcOrd="2" destOrd="0" presId="urn:microsoft.com/office/officeart/2005/8/layout/default"/>
    <dgm:cxn modelId="{4F97FAFD-8FDE-4888-96AA-91DFD68B583E}" type="presParOf" srcId="{E73FB845-1635-4157-8918-5F0999A5F8DF}" destId="{2C9F4570-267E-46B8-B171-E20D1CDD3717}" srcOrd="3" destOrd="0" presId="urn:microsoft.com/office/officeart/2005/8/layout/default"/>
    <dgm:cxn modelId="{603D416C-F0A0-469C-B0F8-49FD348D4E68}" type="presParOf" srcId="{E73FB845-1635-4157-8918-5F0999A5F8DF}" destId="{437B1D08-1BE9-4E1F-B696-A33F41C7AF16}" srcOrd="4" destOrd="0" presId="urn:microsoft.com/office/officeart/2005/8/layout/default"/>
    <dgm:cxn modelId="{9E7782E5-600F-4993-817A-B0EB3C2F0A3B}" type="presParOf" srcId="{E73FB845-1635-4157-8918-5F0999A5F8DF}" destId="{09531C89-D606-4809-AF65-BA3BE9C314FA}" srcOrd="5" destOrd="0" presId="urn:microsoft.com/office/officeart/2005/8/layout/default"/>
    <dgm:cxn modelId="{46AA816B-3172-43B6-BB3E-5CC416A96BBE}" type="presParOf" srcId="{E73FB845-1635-4157-8918-5F0999A5F8DF}" destId="{49415527-E2B9-4FE5-B545-41159F307FE6}" srcOrd="6" destOrd="0" presId="urn:microsoft.com/office/officeart/2005/8/layout/default"/>
    <dgm:cxn modelId="{299BF729-EFD2-4DE4-A68D-01B9C3581DE9}" type="presParOf" srcId="{E73FB845-1635-4157-8918-5F0999A5F8DF}" destId="{BDC3C424-FF87-4527-B3DC-0402D952D6AF}" srcOrd="7" destOrd="0" presId="urn:microsoft.com/office/officeart/2005/8/layout/default"/>
    <dgm:cxn modelId="{66B0DF28-0125-40A0-8762-6FCECC1A09EC}" type="presParOf" srcId="{E73FB845-1635-4157-8918-5F0999A5F8DF}" destId="{BD06F44D-2E2D-452F-A8FB-223985F423AB}" srcOrd="8" destOrd="0" presId="urn:microsoft.com/office/officeart/2005/8/layout/default"/>
    <dgm:cxn modelId="{F8815D15-56C0-4059-9AED-C9CDC2917272}" type="presParOf" srcId="{E73FB845-1635-4157-8918-5F0999A5F8DF}" destId="{8F946BBB-DE85-4BFA-845C-1FFD966EFA90}" srcOrd="9" destOrd="0" presId="urn:microsoft.com/office/officeart/2005/8/layout/default"/>
    <dgm:cxn modelId="{58E9888D-7E64-4F21-A6BB-0C62BF674AA3}" type="presParOf" srcId="{E73FB845-1635-4157-8918-5F0999A5F8DF}" destId="{333D492D-2C30-48C2-A584-AA0BAC4D0BDA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F6DAB3-999E-4503-8AC6-CCE35C37CF5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7101399-9236-4B40-942E-D209A45D7C19}">
      <dgm:prSet/>
      <dgm:spPr/>
      <dgm:t>
        <a:bodyPr/>
        <a:lstStyle/>
        <a:p>
          <a:r>
            <a:rPr lang="en-US" b="0" i="0" baseline="0"/>
            <a:t>Fast initial load</a:t>
          </a:r>
          <a:endParaRPr lang="en-US"/>
        </a:p>
      </dgm:t>
    </dgm:pt>
    <dgm:pt modelId="{311F6D76-37F7-4A79-A2AA-68306552115C}" type="parTrans" cxnId="{4200E276-BAAB-444B-BB9A-896EF447ABDF}">
      <dgm:prSet/>
      <dgm:spPr/>
      <dgm:t>
        <a:bodyPr/>
        <a:lstStyle/>
        <a:p>
          <a:endParaRPr lang="en-US"/>
        </a:p>
      </dgm:t>
    </dgm:pt>
    <dgm:pt modelId="{F5CC1C5B-DC56-42C2-A327-7110E29DD940}" type="sibTrans" cxnId="{4200E276-BAAB-444B-BB9A-896EF447ABDF}">
      <dgm:prSet/>
      <dgm:spPr/>
      <dgm:t>
        <a:bodyPr/>
        <a:lstStyle/>
        <a:p>
          <a:endParaRPr lang="en-US"/>
        </a:p>
      </dgm:t>
    </dgm:pt>
    <dgm:pt modelId="{24357062-C723-44F6-8ADA-A639F054DF8B}">
      <dgm:prSet/>
      <dgm:spPr/>
      <dgm:t>
        <a:bodyPr/>
        <a:lstStyle/>
        <a:p>
          <a:r>
            <a:rPr lang="en-US" b="0" i="0" baseline="0"/>
            <a:t>UI logic runs on server</a:t>
          </a:r>
          <a:endParaRPr lang="en-US"/>
        </a:p>
      </dgm:t>
    </dgm:pt>
    <dgm:pt modelId="{1C8A66A0-101E-4A02-A09A-54ADF71DF2D2}" type="parTrans" cxnId="{3F02DBBA-5A26-4043-86B9-7198D424E001}">
      <dgm:prSet/>
      <dgm:spPr/>
      <dgm:t>
        <a:bodyPr/>
        <a:lstStyle/>
        <a:p>
          <a:endParaRPr lang="en-US"/>
        </a:p>
      </dgm:t>
    </dgm:pt>
    <dgm:pt modelId="{46FC46D9-F168-46E5-AE83-61E8135F118B}" type="sibTrans" cxnId="{3F02DBBA-5A26-4043-86B9-7198D424E001}">
      <dgm:prSet/>
      <dgm:spPr/>
      <dgm:t>
        <a:bodyPr/>
        <a:lstStyle/>
        <a:p>
          <a:endParaRPr lang="en-US"/>
        </a:p>
      </dgm:t>
    </dgm:pt>
    <dgm:pt modelId="{C2DBE8D7-FD1B-4BBB-ABDC-5770E9B5DB71}">
      <dgm:prSet/>
      <dgm:spPr/>
      <dgm:t>
        <a:bodyPr/>
        <a:lstStyle/>
        <a:p>
          <a:r>
            <a:rPr lang="en-US" b="0" i="0" baseline="0"/>
            <a:t>Uses SignalR circuits</a:t>
          </a:r>
          <a:endParaRPr lang="en-US"/>
        </a:p>
      </dgm:t>
    </dgm:pt>
    <dgm:pt modelId="{4895CB95-A607-4E9B-A33A-0C6C07AE9AFF}" type="parTrans" cxnId="{0A13458F-2145-4B4D-81F9-209DDB90BBE1}">
      <dgm:prSet/>
      <dgm:spPr/>
      <dgm:t>
        <a:bodyPr/>
        <a:lstStyle/>
        <a:p>
          <a:endParaRPr lang="en-US"/>
        </a:p>
      </dgm:t>
    </dgm:pt>
    <dgm:pt modelId="{FFF02169-177C-4F85-A196-EC897545BE4E}" type="sibTrans" cxnId="{0A13458F-2145-4B4D-81F9-209DDB90BBE1}">
      <dgm:prSet/>
      <dgm:spPr/>
      <dgm:t>
        <a:bodyPr/>
        <a:lstStyle/>
        <a:p>
          <a:endParaRPr lang="en-US"/>
        </a:p>
      </dgm:t>
    </dgm:pt>
    <dgm:pt modelId="{9B476255-F774-4353-AF27-5610EE9F64C0}" type="pres">
      <dgm:prSet presAssocID="{10F6DAB3-999E-4503-8AC6-CCE35C37CF57}" presName="root" presStyleCnt="0">
        <dgm:presLayoutVars>
          <dgm:dir/>
          <dgm:resizeHandles val="exact"/>
        </dgm:presLayoutVars>
      </dgm:prSet>
      <dgm:spPr/>
    </dgm:pt>
    <dgm:pt modelId="{C39B0A79-FD7B-4496-AD45-6337E8D6C87F}" type="pres">
      <dgm:prSet presAssocID="{C7101399-9236-4B40-942E-D209A45D7C19}" presName="compNode" presStyleCnt="0"/>
      <dgm:spPr/>
    </dgm:pt>
    <dgm:pt modelId="{06F8F01C-5103-4D4A-A0C9-15EDAB1C6465}" type="pres">
      <dgm:prSet presAssocID="{C7101399-9236-4B40-942E-D209A45D7C1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F6DF2E2-F92B-4BDB-88C9-BCB5DA74004C}" type="pres">
      <dgm:prSet presAssocID="{C7101399-9236-4B40-942E-D209A45D7C19}" presName="spaceRect" presStyleCnt="0"/>
      <dgm:spPr/>
    </dgm:pt>
    <dgm:pt modelId="{FD2C3A87-EB03-4910-8FAC-941869F6AACF}" type="pres">
      <dgm:prSet presAssocID="{C7101399-9236-4B40-942E-D209A45D7C19}" presName="textRect" presStyleLbl="revTx" presStyleIdx="0" presStyleCnt="3">
        <dgm:presLayoutVars>
          <dgm:chMax val="1"/>
          <dgm:chPref val="1"/>
        </dgm:presLayoutVars>
      </dgm:prSet>
      <dgm:spPr/>
    </dgm:pt>
    <dgm:pt modelId="{0EFC3BDB-8002-495C-BE2D-F21E9C6FEE00}" type="pres">
      <dgm:prSet presAssocID="{F5CC1C5B-DC56-42C2-A327-7110E29DD940}" presName="sibTrans" presStyleCnt="0"/>
      <dgm:spPr/>
    </dgm:pt>
    <dgm:pt modelId="{D2D82CDF-C531-471A-894B-A771A603D83B}" type="pres">
      <dgm:prSet presAssocID="{24357062-C723-44F6-8ADA-A639F054DF8B}" presName="compNode" presStyleCnt="0"/>
      <dgm:spPr/>
    </dgm:pt>
    <dgm:pt modelId="{6649F495-9FF2-49C1-8F96-14F0D1A16A89}" type="pres">
      <dgm:prSet presAssocID="{24357062-C723-44F6-8ADA-A639F054DF8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1E0DA74-0CA0-4BF4-906F-AF93ADE9166B}" type="pres">
      <dgm:prSet presAssocID="{24357062-C723-44F6-8ADA-A639F054DF8B}" presName="spaceRect" presStyleCnt="0"/>
      <dgm:spPr/>
    </dgm:pt>
    <dgm:pt modelId="{78D2EF08-DCA8-45B8-AECA-73AA9C6BCEDC}" type="pres">
      <dgm:prSet presAssocID="{24357062-C723-44F6-8ADA-A639F054DF8B}" presName="textRect" presStyleLbl="revTx" presStyleIdx="1" presStyleCnt="3">
        <dgm:presLayoutVars>
          <dgm:chMax val="1"/>
          <dgm:chPref val="1"/>
        </dgm:presLayoutVars>
      </dgm:prSet>
      <dgm:spPr/>
    </dgm:pt>
    <dgm:pt modelId="{729E1621-4AAD-421F-8058-6020413C0A26}" type="pres">
      <dgm:prSet presAssocID="{46FC46D9-F168-46E5-AE83-61E8135F118B}" presName="sibTrans" presStyleCnt="0"/>
      <dgm:spPr/>
    </dgm:pt>
    <dgm:pt modelId="{FB4CE504-C6B7-4303-A285-43D925B23ECD}" type="pres">
      <dgm:prSet presAssocID="{C2DBE8D7-FD1B-4BBB-ABDC-5770E9B5DB71}" presName="compNode" presStyleCnt="0"/>
      <dgm:spPr/>
    </dgm:pt>
    <dgm:pt modelId="{8890B836-DE7E-4A6C-A74F-9C616EDD2355}" type="pres">
      <dgm:prSet presAssocID="{C2DBE8D7-FD1B-4BBB-ABDC-5770E9B5DB7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27BBDEB-A1D4-4EDD-97EA-697ABDDC364F}" type="pres">
      <dgm:prSet presAssocID="{C2DBE8D7-FD1B-4BBB-ABDC-5770E9B5DB71}" presName="spaceRect" presStyleCnt="0"/>
      <dgm:spPr/>
    </dgm:pt>
    <dgm:pt modelId="{13CC0920-6F5F-4418-B830-A57E525E6699}" type="pres">
      <dgm:prSet presAssocID="{C2DBE8D7-FD1B-4BBB-ABDC-5770E9B5DB7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4716316-2D0D-48F2-A32F-0CDE55291C6D}" type="presOf" srcId="{24357062-C723-44F6-8ADA-A639F054DF8B}" destId="{78D2EF08-DCA8-45B8-AECA-73AA9C6BCEDC}" srcOrd="0" destOrd="0" presId="urn:microsoft.com/office/officeart/2018/2/layout/IconLabelList"/>
    <dgm:cxn modelId="{82BB634B-D363-4C18-8661-FA1C7E4D8C7D}" type="presOf" srcId="{C7101399-9236-4B40-942E-D209A45D7C19}" destId="{FD2C3A87-EB03-4910-8FAC-941869F6AACF}" srcOrd="0" destOrd="0" presId="urn:microsoft.com/office/officeart/2018/2/layout/IconLabelList"/>
    <dgm:cxn modelId="{4200E276-BAAB-444B-BB9A-896EF447ABDF}" srcId="{10F6DAB3-999E-4503-8AC6-CCE35C37CF57}" destId="{C7101399-9236-4B40-942E-D209A45D7C19}" srcOrd="0" destOrd="0" parTransId="{311F6D76-37F7-4A79-A2AA-68306552115C}" sibTransId="{F5CC1C5B-DC56-42C2-A327-7110E29DD940}"/>
    <dgm:cxn modelId="{F9AB358C-9166-4B60-B45D-DB04EFED9542}" type="presOf" srcId="{C2DBE8D7-FD1B-4BBB-ABDC-5770E9B5DB71}" destId="{13CC0920-6F5F-4418-B830-A57E525E6699}" srcOrd="0" destOrd="0" presId="urn:microsoft.com/office/officeart/2018/2/layout/IconLabelList"/>
    <dgm:cxn modelId="{0A13458F-2145-4B4D-81F9-209DDB90BBE1}" srcId="{10F6DAB3-999E-4503-8AC6-CCE35C37CF57}" destId="{C2DBE8D7-FD1B-4BBB-ABDC-5770E9B5DB71}" srcOrd="2" destOrd="0" parTransId="{4895CB95-A607-4E9B-A33A-0C6C07AE9AFF}" sibTransId="{FFF02169-177C-4F85-A196-EC897545BE4E}"/>
    <dgm:cxn modelId="{3F02DBBA-5A26-4043-86B9-7198D424E001}" srcId="{10F6DAB3-999E-4503-8AC6-CCE35C37CF57}" destId="{24357062-C723-44F6-8ADA-A639F054DF8B}" srcOrd="1" destOrd="0" parTransId="{1C8A66A0-101E-4A02-A09A-54ADF71DF2D2}" sibTransId="{46FC46D9-F168-46E5-AE83-61E8135F118B}"/>
    <dgm:cxn modelId="{7C74E7CC-86D0-4F64-9921-0E76E90C664A}" type="presOf" srcId="{10F6DAB3-999E-4503-8AC6-CCE35C37CF57}" destId="{9B476255-F774-4353-AF27-5610EE9F64C0}" srcOrd="0" destOrd="0" presId="urn:microsoft.com/office/officeart/2018/2/layout/IconLabelList"/>
    <dgm:cxn modelId="{A47B5208-5BFA-4670-9228-4DFA9C65A205}" type="presParOf" srcId="{9B476255-F774-4353-AF27-5610EE9F64C0}" destId="{C39B0A79-FD7B-4496-AD45-6337E8D6C87F}" srcOrd="0" destOrd="0" presId="urn:microsoft.com/office/officeart/2018/2/layout/IconLabelList"/>
    <dgm:cxn modelId="{4C4C62FA-669B-4D19-BF1A-D11080B62D00}" type="presParOf" srcId="{C39B0A79-FD7B-4496-AD45-6337E8D6C87F}" destId="{06F8F01C-5103-4D4A-A0C9-15EDAB1C6465}" srcOrd="0" destOrd="0" presId="urn:microsoft.com/office/officeart/2018/2/layout/IconLabelList"/>
    <dgm:cxn modelId="{AAD580BB-39B5-4F2E-A271-8687A027B637}" type="presParOf" srcId="{C39B0A79-FD7B-4496-AD45-6337E8D6C87F}" destId="{9F6DF2E2-F92B-4BDB-88C9-BCB5DA74004C}" srcOrd="1" destOrd="0" presId="urn:microsoft.com/office/officeart/2018/2/layout/IconLabelList"/>
    <dgm:cxn modelId="{351A83E9-CFAE-440A-A9DA-03309A52A65B}" type="presParOf" srcId="{C39B0A79-FD7B-4496-AD45-6337E8D6C87F}" destId="{FD2C3A87-EB03-4910-8FAC-941869F6AACF}" srcOrd="2" destOrd="0" presId="urn:microsoft.com/office/officeart/2018/2/layout/IconLabelList"/>
    <dgm:cxn modelId="{54120C6A-80E8-4DC5-B68D-9F14CB88F2EE}" type="presParOf" srcId="{9B476255-F774-4353-AF27-5610EE9F64C0}" destId="{0EFC3BDB-8002-495C-BE2D-F21E9C6FEE00}" srcOrd="1" destOrd="0" presId="urn:microsoft.com/office/officeart/2018/2/layout/IconLabelList"/>
    <dgm:cxn modelId="{F5663A64-C17A-408F-B62A-5901A36D4ED0}" type="presParOf" srcId="{9B476255-F774-4353-AF27-5610EE9F64C0}" destId="{D2D82CDF-C531-471A-894B-A771A603D83B}" srcOrd="2" destOrd="0" presId="urn:microsoft.com/office/officeart/2018/2/layout/IconLabelList"/>
    <dgm:cxn modelId="{94B9D2F9-B443-404D-B875-102570CE3F22}" type="presParOf" srcId="{D2D82CDF-C531-471A-894B-A771A603D83B}" destId="{6649F495-9FF2-49C1-8F96-14F0D1A16A89}" srcOrd="0" destOrd="0" presId="urn:microsoft.com/office/officeart/2018/2/layout/IconLabelList"/>
    <dgm:cxn modelId="{CC890D3E-9F20-41D5-8D83-07FD685692C6}" type="presParOf" srcId="{D2D82CDF-C531-471A-894B-A771A603D83B}" destId="{71E0DA74-0CA0-4BF4-906F-AF93ADE9166B}" srcOrd="1" destOrd="0" presId="urn:microsoft.com/office/officeart/2018/2/layout/IconLabelList"/>
    <dgm:cxn modelId="{51C0007B-5BA5-4FB7-AFAA-C24F17F2DD22}" type="presParOf" srcId="{D2D82CDF-C531-471A-894B-A771A603D83B}" destId="{78D2EF08-DCA8-45B8-AECA-73AA9C6BCEDC}" srcOrd="2" destOrd="0" presId="urn:microsoft.com/office/officeart/2018/2/layout/IconLabelList"/>
    <dgm:cxn modelId="{67B19938-F45E-4B36-9A35-F5406499AA5F}" type="presParOf" srcId="{9B476255-F774-4353-AF27-5610EE9F64C0}" destId="{729E1621-4AAD-421F-8058-6020413C0A26}" srcOrd="3" destOrd="0" presId="urn:microsoft.com/office/officeart/2018/2/layout/IconLabelList"/>
    <dgm:cxn modelId="{14D66109-833B-404B-A055-4234AA9CCFEB}" type="presParOf" srcId="{9B476255-F774-4353-AF27-5610EE9F64C0}" destId="{FB4CE504-C6B7-4303-A285-43D925B23ECD}" srcOrd="4" destOrd="0" presId="urn:microsoft.com/office/officeart/2018/2/layout/IconLabelList"/>
    <dgm:cxn modelId="{34B0E4F6-341D-4370-A164-C6C7FE76002B}" type="presParOf" srcId="{FB4CE504-C6B7-4303-A285-43D925B23ECD}" destId="{8890B836-DE7E-4A6C-A74F-9C616EDD2355}" srcOrd="0" destOrd="0" presId="urn:microsoft.com/office/officeart/2018/2/layout/IconLabelList"/>
    <dgm:cxn modelId="{CBE789B4-440F-493C-8E45-8FE6395BADAB}" type="presParOf" srcId="{FB4CE504-C6B7-4303-A285-43D925B23ECD}" destId="{827BBDEB-A1D4-4EDD-97EA-697ABDDC364F}" srcOrd="1" destOrd="0" presId="urn:microsoft.com/office/officeart/2018/2/layout/IconLabelList"/>
    <dgm:cxn modelId="{51831167-191C-49D5-A432-35B64BD1A290}" type="presParOf" srcId="{FB4CE504-C6B7-4303-A285-43D925B23ECD}" destId="{13CC0920-6F5F-4418-B830-A57E525E669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0B3F9B6-12E9-4F8A-896C-E902043C08F4}" type="doc">
      <dgm:prSet loTypeId="urn:microsoft.com/office/officeart/2005/8/layout/hierarchy3" loCatId="hierarchy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22DC697-4444-400B-8F7D-627E21A4F8C6}">
      <dgm:prSet/>
      <dgm:spPr/>
      <dgm:t>
        <a:bodyPr/>
        <a:lstStyle/>
        <a:p>
          <a:r>
            <a:rPr lang="en-US" b="0" i="0" baseline="0" dirty="0"/>
            <a:t>Runs inside browser</a:t>
          </a:r>
          <a:endParaRPr lang="en-US" dirty="0"/>
        </a:p>
      </dgm:t>
    </dgm:pt>
    <dgm:pt modelId="{D6D9CF14-B54C-466F-90D3-3C579872F3BD}" type="parTrans" cxnId="{E5F17154-C605-45AA-82B8-CC0E7137D5A5}">
      <dgm:prSet/>
      <dgm:spPr/>
      <dgm:t>
        <a:bodyPr/>
        <a:lstStyle/>
        <a:p>
          <a:endParaRPr lang="en-US"/>
        </a:p>
      </dgm:t>
    </dgm:pt>
    <dgm:pt modelId="{4C5ECFA1-60DC-4608-927E-6A2660D947B1}" type="sibTrans" cxnId="{E5F17154-C605-45AA-82B8-CC0E7137D5A5}">
      <dgm:prSet/>
      <dgm:spPr/>
      <dgm:t>
        <a:bodyPr/>
        <a:lstStyle/>
        <a:p>
          <a:endParaRPr lang="en-US"/>
        </a:p>
      </dgm:t>
    </dgm:pt>
    <dgm:pt modelId="{2E5BA7A6-4AAF-4299-BDCD-B6DC5FC70BF4}">
      <dgm:prSet/>
      <dgm:spPr/>
      <dgm:t>
        <a:bodyPr/>
        <a:lstStyle/>
        <a:p>
          <a:r>
            <a:rPr lang="en-US" b="0" i="0" baseline="0"/>
            <a:t>No server dependency</a:t>
          </a:r>
          <a:endParaRPr lang="en-US"/>
        </a:p>
      </dgm:t>
    </dgm:pt>
    <dgm:pt modelId="{158AFF59-79FB-4AA5-ABB3-8D028D1EFA68}" type="parTrans" cxnId="{7D819196-7455-4133-83A7-F00316C0A7F8}">
      <dgm:prSet/>
      <dgm:spPr/>
      <dgm:t>
        <a:bodyPr/>
        <a:lstStyle/>
        <a:p>
          <a:endParaRPr lang="en-US"/>
        </a:p>
      </dgm:t>
    </dgm:pt>
    <dgm:pt modelId="{0A168217-E640-4B05-A6E8-6CCDBC366B90}" type="sibTrans" cxnId="{7D819196-7455-4133-83A7-F00316C0A7F8}">
      <dgm:prSet/>
      <dgm:spPr/>
      <dgm:t>
        <a:bodyPr/>
        <a:lstStyle/>
        <a:p>
          <a:endParaRPr lang="en-US"/>
        </a:p>
      </dgm:t>
    </dgm:pt>
    <dgm:pt modelId="{7849F25D-FC02-487C-87CC-0DE81E17EF0F}">
      <dgm:prSet/>
      <dgm:spPr/>
      <dgm:t>
        <a:bodyPr/>
        <a:lstStyle/>
        <a:p>
          <a:r>
            <a:rPr lang="en-US" b="0" i="0" baseline="0"/>
            <a:t>Ideal for offline apps</a:t>
          </a:r>
          <a:endParaRPr lang="en-US"/>
        </a:p>
      </dgm:t>
    </dgm:pt>
    <dgm:pt modelId="{B7D6F1F8-AFE0-4565-B433-520A181362FD}" type="parTrans" cxnId="{7935F8E0-72FB-4D33-9D5C-EB61357211F0}">
      <dgm:prSet/>
      <dgm:spPr/>
      <dgm:t>
        <a:bodyPr/>
        <a:lstStyle/>
        <a:p>
          <a:endParaRPr lang="en-US"/>
        </a:p>
      </dgm:t>
    </dgm:pt>
    <dgm:pt modelId="{B12F0A9E-8D9B-4B50-A356-3FC9E306BF9D}" type="sibTrans" cxnId="{7935F8E0-72FB-4D33-9D5C-EB61357211F0}">
      <dgm:prSet/>
      <dgm:spPr/>
      <dgm:t>
        <a:bodyPr/>
        <a:lstStyle/>
        <a:p>
          <a:endParaRPr lang="en-US"/>
        </a:p>
      </dgm:t>
    </dgm:pt>
    <dgm:pt modelId="{762A300C-39E4-4CFF-AF12-3AB3A593AAD2}" type="pres">
      <dgm:prSet presAssocID="{A0B3F9B6-12E9-4F8A-896C-E902043C08F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0EE6EE5-EF20-4157-9E14-1A62529ABDB5}" type="pres">
      <dgm:prSet presAssocID="{822DC697-4444-400B-8F7D-627E21A4F8C6}" presName="root" presStyleCnt="0"/>
      <dgm:spPr/>
    </dgm:pt>
    <dgm:pt modelId="{7F8547D8-71CB-49AC-8519-7D6F2813588A}" type="pres">
      <dgm:prSet presAssocID="{822DC697-4444-400B-8F7D-627E21A4F8C6}" presName="rootComposite" presStyleCnt="0"/>
      <dgm:spPr/>
    </dgm:pt>
    <dgm:pt modelId="{76F5E75D-2DB9-4A31-AD71-27ABDBDC1C5B}" type="pres">
      <dgm:prSet presAssocID="{822DC697-4444-400B-8F7D-627E21A4F8C6}" presName="rootText" presStyleLbl="node1" presStyleIdx="0" presStyleCnt="3"/>
      <dgm:spPr/>
    </dgm:pt>
    <dgm:pt modelId="{917A5D42-AE08-482E-99F8-66BB9439BE96}" type="pres">
      <dgm:prSet presAssocID="{822DC697-4444-400B-8F7D-627E21A4F8C6}" presName="rootConnector" presStyleLbl="node1" presStyleIdx="0" presStyleCnt="3"/>
      <dgm:spPr/>
    </dgm:pt>
    <dgm:pt modelId="{03638EDD-9010-4CA8-8133-8AD0858087A0}" type="pres">
      <dgm:prSet presAssocID="{822DC697-4444-400B-8F7D-627E21A4F8C6}" presName="childShape" presStyleCnt="0"/>
      <dgm:spPr/>
    </dgm:pt>
    <dgm:pt modelId="{53531853-3901-4D80-8AE7-49E593F16355}" type="pres">
      <dgm:prSet presAssocID="{2E5BA7A6-4AAF-4299-BDCD-B6DC5FC70BF4}" presName="root" presStyleCnt="0"/>
      <dgm:spPr/>
    </dgm:pt>
    <dgm:pt modelId="{97DE25E8-F761-4CC2-B4F6-2BD137FF6364}" type="pres">
      <dgm:prSet presAssocID="{2E5BA7A6-4AAF-4299-BDCD-B6DC5FC70BF4}" presName="rootComposite" presStyleCnt="0"/>
      <dgm:spPr/>
    </dgm:pt>
    <dgm:pt modelId="{A58ABECB-EF4F-44A7-BB27-5CC79F24E279}" type="pres">
      <dgm:prSet presAssocID="{2E5BA7A6-4AAF-4299-BDCD-B6DC5FC70BF4}" presName="rootText" presStyleLbl="node1" presStyleIdx="1" presStyleCnt="3"/>
      <dgm:spPr/>
    </dgm:pt>
    <dgm:pt modelId="{0C76180E-2112-4AC8-86F9-10BF1E8439AF}" type="pres">
      <dgm:prSet presAssocID="{2E5BA7A6-4AAF-4299-BDCD-B6DC5FC70BF4}" presName="rootConnector" presStyleLbl="node1" presStyleIdx="1" presStyleCnt="3"/>
      <dgm:spPr/>
    </dgm:pt>
    <dgm:pt modelId="{643A87E8-F23B-4112-A9F8-AE6BEB6C8577}" type="pres">
      <dgm:prSet presAssocID="{2E5BA7A6-4AAF-4299-BDCD-B6DC5FC70BF4}" presName="childShape" presStyleCnt="0"/>
      <dgm:spPr/>
    </dgm:pt>
    <dgm:pt modelId="{318B2495-2B95-4155-BBD2-25F7182BE919}" type="pres">
      <dgm:prSet presAssocID="{7849F25D-FC02-487C-87CC-0DE81E17EF0F}" presName="root" presStyleCnt="0"/>
      <dgm:spPr/>
    </dgm:pt>
    <dgm:pt modelId="{817105CA-14AC-4B7D-899C-F8DA1C88BC16}" type="pres">
      <dgm:prSet presAssocID="{7849F25D-FC02-487C-87CC-0DE81E17EF0F}" presName="rootComposite" presStyleCnt="0"/>
      <dgm:spPr/>
    </dgm:pt>
    <dgm:pt modelId="{0EF70482-5AC3-4431-B98A-FF9EEAADD081}" type="pres">
      <dgm:prSet presAssocID="{7849F25D-FC02-487C-87CC-0DE81E17EF0F}" presName="rootText" presStyleLbl="node1" presStyleIdx="2" presStyleCnt="3"/>
      <dgm:spPr/>
    </dgm:pt>
    <dgm:pt modelId="{A303E271-8153-4C1E-A966-7C499AE4ACE0}" type="pres">
      <dgm:prSet presAssocID="{7849F25D-FC02-487C-87CC-0DE81E17EF0F}" presName="rootConnector" presStyleLbl="node1" presStyleIdx="2" presStyleCnt="3"/>
      <dgm:spPr/>
    </dgm:pt>
    <dgm:pt modelId="{34D6100E-1129-4978-96E0-137A66D7A088}" type="pres">
      <dgm:prSet presAssocID="{7849F25D-FC02-487C-87CC-0DE81E17EF0F}" presName="childShape" presStyleCnt="0"/>
      <dgm:spPr/>
    </dgm:pt>
  </dgm:ptLst>
  <dgm:cxnLst>
    <dgm:cxn modelId="{2E73A709-D5EF-4321-91AC-0EED50396FFE}" type="presOf" srcId="{7849F25D-FC02-487C-87CC-0DE81E17EF0F}" destId="{0EF70482-5AC3-4431-B98A-FF9EEAADD081}" srcOrd="0" destOrd="0" presId="urn:microsoft.com/office/officeart/2005/8/layout/hierarchy3"/>
    <dgm:cxn modelId="{FC7A3928-ED59-460F-B613-24256F12564C}" type="presOf" srcId="{822DC697-4444-400B-8F7D-627E21A4F8C6}" destId="{76F5E75D-2DB9-4A31-AD71-27ABDBDC1C5B}" srcOrd="0" destOrd="0" presId="urn:microsoft.com/office/officeart/2005/8/layout/hierarchy3"/>
    <dgm:cxn modelId="{BF84403A-F30D-49F5-AC77-27B5E63CCF98}" type="presOf" srcId="{7849F25D-FC02-487C-87CC-0DE81E17EF0F}" destId="{A303E271-8153-4C1E-A966-7C499AE4ACE0}" srcOrd="1" destOrd="0" presId="urn:microsoft.com/office/officeart/2005/8/layout/hierarchy3"/>
    <dgm:cxn modelId="{E5F17154-C605-45AA-82B8-CC0E7137D5A5}" srcId="{A0B3F9B6-12E9-4F8A-896C-E902043C08F4}" destId="{822DC697-4444-400B-8F7D-627E21A4F8C6}" srcOrd="0" destOrd="0" parTransId="{D6D9CF14-B54C-466F-90D3-3C579872F3BD}" sibTransId="{4C5ECFA1-60DC-4608-927E-6A2660D947B1}"/>
    <dgm:cxn modelId="{E2F11675-6329-4085-B2F8-F29F5956A62E}" type="presOf" srcId="{2E5BA7A6-4AAF-4299-BDCD-B6DC5FC70BF4}" destId="{A58ABECB-EF4F-44A7-BB27-5CC79F24E279}" srcOrd="0" destOrd="0" presId="urn:microsoft.com/office/officeart/2005/8/layout/hierarchy3"/>
    <dgm:cxn modelId="{E3066357-33E2-4F27-AF75-1CD2DC30BCA7}" type="presOf" srcId="{A0B3F9B6-12E9-4F8A-896C-E902043C08F4}" destId="{762A300C-39E4-4CFF-AF12-3AB3A593AAD2}" srcOrd="0" destOrd="0" presId="urn:microsoft.com/office/officeart/2005/8/layout/hierarchy3"/>
    <dgm:cxn modelId="{7D819196-7455-4133-83A7-F00316C0A7F8}" srcId="{A0B3F9B6-12E9-4F8A-896C-E902043C08F4}" destId="{2E5BA7A6-4AAF-4299-BDCD-B6DC5FC70BF4}" srcOrd="1" destOrd="0" parTransId="{158AFF59-79FB-4AA5-ABB3-8D028D1EFA68}" sibTransId="{0A168217-E640-4B05-A6E8-6CCDBC366B90}"/>
    <dgm:cxn modelId="{90D847A7-491C-4D3F-8BEE-FC694E91A547}" type="presOf" srcId="{2E5BA7A6-4AAF-4299-BDCD-B6DC5FC70BF4}" destId="{0C76180E-2112-4AC8-86F9-10BF1E8439AF}" srcOrd="1" destOrd="0" presId="urn:microsoft.com/office/officeart/2005/8/layout/hierarchy3"/>
    <dgm:cxn modelId="{2B5C1FC9-801D-4E1B-B330-29B923AF162E}" type="presOf" srcId="{822DC697-4444-400B-8F7D-627E21A4F8C6}" destId="{917A5D42-AE08-482E-99F8-66BB9439BE96}" srcOrd="1" destOrd="0" presId="urn:microsoft.com/office/officeart/2005/8/layout/hierarchy3"/>
    <dgm:cxn modelId="{7935F8E0-72FB-4D33-9D5C-EB61357211F0}" srcId="{A0B3F9B6-12E9-4F8A-896C-E902043C08F4}" destId="{7849F25D-FC02-487C-87CC-0DE81E17EF0F}" srcOrd="2" destOrd="0" parTransId="{B7D6F1F8-AFE0-4565-B433-520A181362FD}" sibTransId="{B12F0A9E-8D9B-4B50-A356-3FC9E306BF9D}"/>
    <dgm:cxn modelId="{080A33D5-EC83-47F2-84DE-F1A0886BD33E}" type="presParOf" srcId="{762A300C-39E4-4CFF-AF12-3AB3A593AAD2}" destId="{90EE6EE5-EF20-4157-9E14-1A62529ABDB5}" srcOrd="0" destOrd="0" presId="urn:microsoft.com/office/officeart/2005/8/layout/hierarchy3"/>
    <dgm:cxn modelId="{385BB6E2-0055-427C-902C-F70FC22E3D94}" type="presParOf" srcId="{90EE6EE5-EF20-4157-9E14-1A62529ABDB5}" destId="{7F8547D8-71CB-49AC-8519-7D6F2813588A}" srcOrd="0" destOrd="0" presId="urn:microsoft.com/office/officeart/2005/8/layout/hierarchy3"/>
    <dgm:cxn modelId="{280675A5-71D2-46D5-904B-41A12E8745A8}" type="presParOf" srcId="{7F8547D8-71CB-49AC-8519-7D6F2813588A}" destId="{76F5E75D-2DB9-4A31-AD71-27ABDBDC1C5B}" srcOrd="0" destOrd="0" presId="urn:microsoft.com/office/officeart/2005/8/layout/hierarchy3"/>
    <dgm:cxn modelId="{A429AA41-CDE4-4D3E-8CEE-E290A440BF89}" type="presParOf" srcId="{7F8547D8-71CB-49AC-8519-7D6F2813588A}" destId="{917A5D42-AE08-482E-99F8-66BB9439BE96}" srcOrd="1" destOrd="0" presId="urn:microsoft.com/office/officeart/2005/8/layout/hierarchy3"/>
    <dgm:cxn modelId="{FFCD7FCC-A0D5-41B2-9627-D0EE42CBBFC0}" type="presParOf" srcId="{90EE6EE5-EF20-4157-9E14-1A62529ABDB5}" destId="{03638EDD-9010-4CA8-8133-8AD0858087A0}" srcOrd="1" destOrd="0" presId="urn:microsoft.com/office/officeart/2005/8/layout/hierarchy3"/>
    <dgm:cxn modelId="{FC7B7A9C-9EB8-496D-8724-62BAEFCC7EE2}" type="presParOf" srcId="{762A300C-39E4-4CFF-AF12-3AB3A593AAD2}" destId="{53531853-3901-4D80-8AE7-49E593F16355}" srcOrd="1" destOrd="0" presId="urn:microsoft.com/office/officeart/2005/8/layout/hierarchy3"/>
    <dgm:cxn modelId="{FB728BB5-DD2A-4DFC-85AA-CE2DD7352EDC}" type="presParOf" srcId="{53531853-3901-4D80-8AE7-49E593F16355}" destId="{97DE25E8-F761-4CC2-B4F6-2BD137FF6364}" srcOrd="0" destOrd="0" presId="urn:microsoft.com/office/officeart/2005/8/layout/hierarchy3"/>
    <dgm:cxn modelId="{A4689B5E-1DF2-415C-BF01-D2F266D3B68E}" type="presParOf" srcId="{97DE25E8-F761-4CC2-B4F6-2BD137FF6364}" destId="{A58ABECB-EF4F-44A7-BB27-5CC79F24E279}" srcOrd="0" destOrd="0" presId="urn:microsoft.com/office/officeart/2005/8/layout/hierarchy3"/>
    <dgm:cxn modelId="{D34A0F9A-7597-44E6-9C93-19C031634B18}" type="presParOf" srcId="{97DE25E8-F761-4CC2-B4F6-2BD137FF6364}" destId="{0C76180E-2112-4AC8-86F9-10BF1E8439AF}" srcOrd="1" destOrd="0" presId="urn:microsoft.com/office/officeart/2005/8/layout/hierarchy3"/>
    <dgm:cxn modelId="{6DF2D179-0BDE-4822-993C-A88EAAA8EA63}" type="presParOf" srcId="{53531853-3901-4D80-8AE7-49E593F16355}" destId="{643A87E8-F23B-4112-A9F8-AE6BEB6C8577}" srcOrd="1" destOrd="0" presId="urn:microsoft.com/office/officeart/2005/8/layout/hierarchy3"/>
    <dgm:cxn modelId="{28DD17B4-EE35-427F-A732-ADD91A059F44}" type="presParOf" srcId="{762A300C-39E4-4CFF-AF12-3AB3A593AAD2}" destId="{318B2495-2B95-4155-BBD2-25F7182BE919}" srcOrd="2" destOrd="0" presId="urn:microsoft.com/office/officeart/2005/8/layout/hierarchy3"/>
    <dgm:cxn modelId="{5964A7DE-04E1-458A-9CA2-FB280AA5699F}" type="presParOf" srcId="{318B2495-2B95-4155-BBD2-25F7182BE919}" destId="{817105CA-14AC-4B7D-899C-F8DA1C88BC16}" srcOrd="0" destOrd="0" presId="urn:microsoft.com/office/officeart/2005/8/layout/hierarchy3"/>
    <dgm:cxn modelId="{6CA7CD83-CA8C-442C-A62A-58BA120A28B2}" type="presParOf" srcId="{817105CA-14AC-4B7D-899C-F8DA1C88BC16}" destId="{0EF70482-5AC3-4431-B98A-FF9EEAADD081}" srcOrd="0" destOrd="0" presId="urn:microsoft.com/office/officeart/2005/8/layout/hierarchy3"/>
    <dgm:cxn modelId="{5698D799-D572-402C-8998-5BE290F9D0EB}" type="presParOf" srcId="{817105CA-14AC-4B7D-899C-F8DA1C88BC16}" destId="{A303E271-8153-4C1E-A966-7C499AE4ACE0}" srcOrd="1" destOrd="0" presId="urn:microsoft.com/office/officeart/2005/8/layout/hierarchy3"/>
    <dgm:cxn modelId="{F938816D-38BB-4D30-A0FA-64D5EBDEB305}" type="presParOf" srcId="{318B2495-2B95-4155-BBD2-25F7182BE919}" destId="{34D6100E-1129-4978-96E0-137A66D7A088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180C29-CBD4-491B-A408-4E86FFC7F1F5}">
      <dsp:nvSpPr>
        <dsp:cNvPr id="0" name=""/>
        <dsp:cNvSpPr/>
      </dsp:nvSpPr>
      <dsp:spPr>
        <a:xfrm>
          <a:off x="0" y="39557"/>
          <a:ext cx="5334197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A framework for building </a:t>
          </a:r>
          <a:r>
            <a:rPr lang="en-US" sz="2200" b="1" i="0" kern="1200" baseline="0" dirty="0"/>
            <a:t>interactive web applications</a:t>
          </a:r>
          <a:r>
            <a:rPr lang="en-US" sz="2200" b="0" i="0" kern="1200" baseline="0" dirty="0"/>
            <a:t> using </a:t>
          </a:r>
          <a:r>
            <a:rPr lang="en-US" sz="2200" b="1" i="0" kern="1200" baseline="0" dirty="0"/>
            <a:t>C# instead of JavaScript</a:t>
          </a:r>
          <a:endParaRPr lang="en-US" sz="2200" kern="1200" dirty="0"/>
        </a:p>
      </dsp:txBody>
      <dsp:txXfrm>
        <a:off x="42722" y="82279"/>
        <a:ext cx="5248753" cy="789716"/>
      </dsp:txXfrm>
    </dsp:sp>
    <dsp:sp modelId="{76D2C2AC-651C-43A7-B538-D2EE29F5A10A}">
      <dsp:nvSpPr>
        <dsp:cNvPr id="0" name=""/>
        <dsp:cNvSpPr/>
      </dsp:nvSpPr>
      <dsp:spPr>
        <a:xfrm>
          <a:off x="0" y="978077"/>
          <a:ext cx="5334197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Runs on </a:t>
          </a:r>
          <a:r>
            <a:rPr lang="en-US" sz="2200" b="1" i="0" kern="1200" baseline="0" dirty="0"/>
            <a:t>WebAssembly</a:t>
          </a:r>
          <a:r>
            <a:rPr lang="en-US" sz="2200" b="0" i="0" kern="1200" baseline="0" dirty="0"/>
            <a:t> or </a:t>
          </a:r>
          <a:r>
            <a:rPr lang="en-US" sz="2200" b="1" i="0" kern="1200" baseline="0" dirty="0"/>
            <a:t>Server</a:t>
          </a:r>
          <a:endParaRPr lang="en-US" sz="2200" kern="1200" dirty="0"/>
        </a:p>
      </dsp:txBody>
      <dsp:txXfrm>
        <a:off x="42722" y="1020799"/>
        <a:ext cx="5248753" cy="789716"/>
      </dsp:txXfrm>
    </dsp:sp>
    <dsp:sp modelId="{5EA71A93-E9E5-42C6-A942-C3DCCD237C8B}">
      <dsp:nvSpPr>
        <dsp:cNvPr id="0" name=""/>
        <dsp:cNvSpPr/>
      </dsp:nvSpPr>
      <dsp:spPr>
        <a:xfrm>
          <a:off x="0" y="1916597"/>
          <a:ext cx="5334197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Uses Razor components (.razor files)</a:t>
          </a:r>
          <a:endParaRPr lang="en-US" sz="2200" kern="1200"/>
        </a:p>
      </dsp:txBody>
      <dsp:txXfrm>
        <a:off x="42722" y="1959319"/>
        <a:ext cx="5248753" cy="789716"/>
      </dsp:txXfrm>
    </dsp:sp>
    <dsp:sp modelId="{41693485-B7EB-48A8-971B-BE32DFDF064C}">
      <dsp:nvSpPr>
        <dsp:cNvPr id="0" name=""/>
        <dsp:cNvSpPr/>
      </dsp:nvSpPr>
      <dsp:spPr>
        <a:xfrm>
          <a:off x="0" y="2855117"/>
          <a:ext cx="5334197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Now supports </a:t>
          </a:r>
          <a:r>
            <a:rPr lang="en-US" sz="2200" b="1" i="0" kern="1200" baseline="0"/>
            <a:t>new rendering modes</a:t>
          </a:r>
          <a:r>
            <a:rPr lang="en-US" sz="2200" b="0" i="0" kern="1200" baseline="0"/>
            <a:t> in .NET 8</a:t>
          </a:r>
          <a:endParaRPr lang="en-US" sz="2200" kern="1200"/>
        </a:p>
      </dsp:txBody>
      <dsp:txXfrm>
        <a:off x="42722" y="2897839"/>
        <a:ext cx="5248753" cy="7897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757F5F-7353-47E5-837B-38229CCAEB29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6F96AF-26E2-4F6E-A4E5-2F30DF339C61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162BD9-8897-43E9-BE54-AB03E9182C75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Razor Components</a:t>
          </a:r>
          <a:endParaRPr lang="en-US" sz="1900" kern="1200"/>
        </a:p>
      </dsp:txBody>
      <dsp:txXfrm>
        <a:off x="1074268" y="4366"/>
        <a:ext cx="5170996" cy="930102"/>
      </dsp:txXfrm>
    </dsp:sp>
    <dsp:sp modelId="{29411869-3854-4806-B1E7-2C6C11F055E4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1FEEF-859E-4D9E-BD96-D780077A7171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F09DF-0AE5-49CF-B19A-39076C884A8F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Rendering Modes (Server / WebAssembly / Auto / Static )</a:t>
          </a:r>
          <a:endParaRPr lang="en-US" sz="1900" kern="1200" dirty="0"/>
        </a:p>
      </dsp:txBody>
      <dsp:txXfrm>
        <a:off x="1074268" y="1166994"/>
        <a:ext cx="5170996" cy="930102"/>
      </dsp:txXfrm>
    </dsp:sp>
    <dsp:sp modelId="{5570CA7A-5A1E-4C3A-9D18-9B1664A4D2A5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BA2CD3-A360-4C8E-8EAD-37D5E3A6D608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B6C9BF-E8E7-4AB9-B5CD-012BC892E413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Blazor Router</a:t>
          </a:r>
          <a:endParaRPr lang="en-US" sz="1900" kern="1200"/>
        </a:p>
      </dsp:txBody>
      <dsp:txXfrm>
        <a:off x="1074268" y="2329622"/>
        <a:ext cx="5170996" cy="930102"/>
      </dsp:txXfrm>
    </dsp:sp>
    <dsp:sp modelId="{1AF3BA6B-85C5-4D5E-9523-288B4E097EF6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DF91E6-E43B-46F0-AD1D-F0BAE4351650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970AD2-9EDA-46C0-9638-59044684F23B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Dependency Injection</a:t>
          </a:r>
          <a:endParaRPr lang="en-US" sz="1900" kern="1200"/>
        </a:p>
      </dsp:txBody>
      <dsp:txXfrm>
        <a:off x="1074268" y="3492250"/>
        <a:ext cx="5170996" cy="930102"/>
      </dsp:txXfrm>
    </dsp:sp>
    <dsp:sp modelId="{A9FB925C-B952-4143-B72F-1F47B6ECFC3B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6E6146-0F64-487A-93FE-0F7A772D3D6E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29CBD4-BD1D-4CDC-93C4-5E08276638B3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Hosting Model: Blazor Web App (.NET 8 default)</a:t>
          </a:r>
          <a:endParaRPr lang="en-US" sz="1900" kern="1200" dirty="0"/>
        </a:p>
      </dsp:txBody>
      <dsp:txXfrm>
        <a:off x="1074268" y="4654878"/>
        <a:ext cx="5170996" cy="9301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C6DA10-BC4B-4866-8A33-AEC2643D2AA6}">
      <dsp:nvSpPr>
        <dsp:cNvPr id="0" name=""/>
        <dsp:cNvSpPr/>
      </dsp:nvSpPr>
      <dsp:spPr>
        <a:xfrm>
          <a:off x="1427" y="605984"/>
          <a:ext cx="1798061" cy="107883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No interactivity (no events, no button clicks)</a:t>
          </a:r>
          <a:endParaRPr lang="en-US" sz="1700" kern="1200" dirty="0"/>
        </a:p>
      </dsp:txBody>
      <dsp:txXfrm>
        <a:off x="1427" y="605984"/>
        <a:ext cx="1798061" cy="1078836"/>
      </dsp:txXfrm>
    </dsp:sp>
    <dsp:sp modelId="{E1051248-FA49-4711-B782-04D03C690C43}">
      <dsp:nvSpPr>
        <dsp:cNvPr id="0" name=""/>
        <dsp:cNvSpPr/>
      </dsp:nvSpPr>
      <dsp:spPr>
        <a:xfrm>
          <a:off x="1979294" y="605984"/>
          <a:ext cx="1798061" cy="1078836"/>
        </a:xfrm>
        <a:prstGeom prst="rect">
          <a:avLst/>
        </a:prstGeom>
        <a:gradFill rotWithShape="0">
          <a:gsLst>
            <a:gs pos="0">
              <a:schemeClr val="accent5">
                <a:hueOff val="-1351709"/>
                <a:satOff val="-3484"/>
                <a:lumOff val="-2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351709"/>
                <a:satOff val="-3484"/>
                <a:lumOff val="-2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351709"/>
                <a:satOff val="-3484"/>
                <a:lumOff val="-2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Renders HTML only once on the server</a:t>
          </a:r>
          <a:endParaRPr lang="en-US" sz="1700" kern="1200" dirty="0"/>
        </a:p>
      </dsp:txBody>
      <dsp:txXfrm>
        <a:off x="1979294" y="605984"/>
        <a:ext cx="1798061" cy="1078836"/>
      </dsp:txXfrm>
    </dsp:sp>
    <dsp:sp modelId="{437B1D08-1BE9-4E1F-B696-A33F41C7AF16}">
      <dsp:nvSpPr>
        <dsp:cNvPr id="0" name=""/>
        <dsp:cNvSpPr/>
      </dsp:nvSpPr>
      <dsp:spPr>
        <a:xfrm>
          <a:off x="3957161" y="605984"/>
          <a:ext cx="1798061" cy="1078836"/>
        </a:xfrm>
        <a:prstGeom prst="rect">
          <a:avLst/>
        </a:prstGeom>
        <a:gradFill rotWithShape="0">
          <a:gsLst>
            <a:gs pos="0">
              <a:schemeClr val="accent5">
                <a:hueOff val="-2703417"/>
                <a:satOff val="-6968"/>
                <a:lumOff val="-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703417"/>
                <a:satOff val="-6968"/>
                <a:lumOff val="-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703417"/>
                <a:satOff val="-6968"/>
                <a:lumOff val="-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Extremely fast initial load</a:t>
          </a:r>
          <a:endParaRPr lang="en-US" sz="1700" kern="1200" dirty="0"/>
        </a:p>
      </dsp:txBody>
      <dsp:txXfrm>
        <a:off x="3957161" y="605984"/>
        <a:ext cx="1798061" cy="1078836"/>
      </dsp:txXfrm>
    </dsp:sp>
    <dsp:sp modelId="{49415527-E2B9-4FE5-B545-41159F307FE6}">
      <dsp:nvSpPr>
        <dsp:cNvPr id="0" name=""/>
        <dsp:cNvSpPr/>
      </dsp:nvSpPr>
      <dsp:spPr>
        <a:xfrm>
          <a:off x="5935029" y="605984"/>
          <a:ext cx="1798061" cy="1078836"/>
        </a:xfrm>
        <a:prstGeom prst="rect">
          <a:avLst/>
        </a:prstGeom>
        <a:gradFill rotWithShape="0">
          <a:gsLst>
            <a:gs pos="0">
              <a:schemeClr val="accent5">
                <a:hueOff val="-4055126"/>
                <a:satOff val="-10451"/>
                <a:lumOff val="-705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5126"/>
                <a:satOff val="-10451"/>
                <a:lumOff val="-705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5126"/>
                <a:satOff val="-10451"/>
                <a:lumOff val="-705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SEO-friendly output (pure HTML)</a:t>
          </a:r>
          <a:endParaRPr lang="en-US" sz="1700" kern="1200" dirty="0"/>
        </a:p>
      </dsp:txBody>
      <dsp:txXfrm>
        <a:off x="5935029" y="605984"/>
        <a:ext cx="1798061" cy="1078836"/>
      </dsp:txXfrm>
    </dsp:sp>
    <dsp:sp modelId="{BD06F44D-2E2D-452F-A8FB-223985F423AB}">
      <dsp:nvSpPr>
        <dsp:cNvPr id="0" name=""/>
        <dsp:cNvSpPr/>
      </dsp:nvSpPr>
      <dsp:spPr>
        <a:xfrm>
          <a:off x="7912896" y="605984"/>
          <a:ext cx="1798061" cy="1078836"/>
        </a:xfrm>
        <a:prstGeom prst="rect">
          <a:avLst/>
        </a:prstGeom>
        <a:gradFill rotWithShape="0">
          <a:gsLst>
            <a:gs pos="0">
              <a:schemeClr val="accent5">
                <a:hueOff val="-5406834"/>
                <a:satOff val="-13935"/>
                <a:lumOff val="-941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406834"/>
                <a:satOff val="-13935"/>
                <a:lumOff val="-941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406834"/>
                <a:satOff val="-13935"/>
                <a:lumOff val="-941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Great for content-heavy pages</a:t>
          </a:r>
          <a:endParaRPr lang="en-US" sz="1700" kern="1200" dirty="0"/>
        </a:p>
      </dsp:txBody>
      <dsp:txXfrm>
        <a:off x="7912896" y="605984"/>
        <a:ext cx="1798061" cy="1078836"/>
      </dsp:txXfrm>
    </dsp:sp>
    <dsp:sp modelId="{333D492D-2C30-48C2-A584-AA0BAC4D0BDA}">
      <dsp:nvSpPr>
        <dsp:cNvPr id="0" name=""/>
        <dsp:cNvSpPr/>
      </dsp:nvSpPr>
      <dsp:spPr>
        <a:xfrm>
          <a:off x="9890763" y="605984"/>
          <a:ext cx="1798061" cy="1078836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Default mode when @rendermode is not specified</a:t>
          </a:r>
          <a:endParaRPr lang="en-US" sz="1700" kern="1200" dirty="0"/>
        </a:p>
      </dsp:txBody>
      <dsp:txXfrm>
        <a:off x="9890763" y="605984"/>
        <a:ext cx="1798061" cy="10788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8F01C-5103-4D4A-A0C9-15EDAB1C6465}">
      <dsp:nvSpPr>
        <dsp:cNvPr id="0" name=""/>
        <dsp:cNvSpPr/>
      </dsp:nvSpPr>
      <dsp:spPr>
        <a:xfrm>
          <a:off x="1247986" y="57960"/>
          <a:ext cx="382060" cy="3820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2C3A87-EB03-4910-8FAC-941869F6AACF}">
      <dsp:nvSpPr>
        <dsp:cNvPr id="0" name=""/>
        <dsp:cNvSpPr/>
      </dsp:nvSpPr>
      <dsp:spPr>
        <a:xfrm>
          <a:off x="1014504" y="567474"/>
          <a:ext cx="849023" cy="339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Fast initial load</a:t>
          </a:r>
          <a:endParaRPr lang="en-US" sz="1200" kern="1200"/>
        </a:p>
      </dsp:txBody>
      <dsp:txXfrm>
        <a:off x="1014504" y="567474"/>
        <a:ext cx="849023" cy="339609"/>
      </dsp:txXfrm>
    </dsp:sp>
    <dsp:sp modelId="{6649F495-9FF2-49C1-8F96-14F0D1A16A89}">
      <dsp:nvSpPr>
        <dsp:cNvPr id="0" name=""/>
        <dsp:cNvSpPr/>
      </dsp:nvSpPr>
      <dsp:spPr>
        <a:xfrm>
          <a:off x="2245588" y="57960"/>
          <a:ext cx="382060" cy="3820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2EF08-DCA8-45B8-AECA-73AA9C6BCEDC}">
      <dsp:nvSpPr>
        <dsp:cNvPr id="0" name=""/>
        <dsp:cNvSpPr/>
      </dsp:nvSpPr>
      <dsp:spPr>
        <a:xfrm>
          <a:off x="2012107" y="567474"/>
          <a:ext cx="849023" cy="339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UI logic runs on server</a:t>
          </a:r>
          <a:endParaRPr lang="en-US" sz="1200" kern="1200"/>
        </a:p>
      </dsp:txBody>
      <dsp:txXfrm>
        <a:off x="2012107" y="567474"/>
        <a:ext cx="849023" cy="339609"/>
      </dsp:txXfrm>
    </dsp:sp>
    <dsp:sp modelId="{8890B836-DE7E-4A6C-A74F-9C616EDD2355}">
      <dsp:nvSpPr>
        <dsp:cNvPr id="0" name=""/>
        <dsp:cNvSpPr/>
      </dsp:nvSpPr>
      <dsp:spPr>
        <a:xfrm>
          <a:off x="3243191" y="57960"/>
          <a:ext cx="382060" cy="3820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CC0920-6F5F-4418-B830-A57E525E6699}">
      <dsp:nvSpPr>
        <dsp:cNvPr id="0" name=""/>
        <dsp:cNvSpPr/>
      </dsp:nvSpPr>
      <dsp:spPr>
        <a:xfrm>
          <a:off x="3009709" y="567474"/>
          <a:ext cx="849023" cy="339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Uses SignalR circuits</a:t>
          </a:r>
          <a:endParaRPr lang="en-US" sz="1200" kern="1200"/>
        </a:p>
      </dsp:txBody>
      <dsp:txXfrm>
        <a:off x="3009709" y="567474"/>
        <a:ext cx="849023" cy="3396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F5E75D-2DB9-4A31-AD71-27ABDBDC1C5B}">
      <dsp:nvSpPr>
        <dsp:cNvPr id="0" name=""/>
        <dsp:cNvSpPr/>
      </dsp:nvSpPr>
      <dsp:spPr>
        <a:xfrm>
          <a:off x="2227142" y="648"/>
          <a:ext cx="1854393" cy="9271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Runs inside browser</a:t>
          </a:r>
          <a:endParaRPr lang="en-US" sz="2600" kern="1200" dirty="0"/>
        </a:p>
      </dsp:txBody>
      <dsp:txXfrm>
        <a:off x="2254299" y="27805"/>
        <a:ext cx="1800079" cy="872882"/>
      </dsp:txXfrm>
    </dsp:sp>
    <dsp:sp modelId="{A58ABECB-EF4F-44A7-BB27-5CC79F24E279}">
      <dsp:nvSpPr>
        <dsp:cNvPr id="0" name=""/>
        <dsp:cNvSpPr/>
      </dsp:nvSpPr>
      <dsp:spPr>
        <a:xfrm>
          <a:off x="4545134" y="648"/>
          <a:ext cx="1854393" cy="9271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No server dependency</a:t>
          </a:r>
          <a:endParaRPr lang="en-US" sz="2600" kern="1200"/>
        </a:p>
      </dsp:txBody>
      <dsp:txXfrm>
        <a:off x="4572291" y="27805"/>
        <a:ext cx="1800079" cy="872882"/>
      </dsp:txXfrm>
    </dsp:sp>
    <dsp:sp modelId="{0EF70482-5AC3-4431-B98A-FF9EEAADD081}">
      <dsp:nvSpPr>
        <dsp:cNvPr id="0" name=""/>
        <dsp:cNvSpPr/>
      </dsp:nvSpPr>
      <dsp:spPr>
        <a:xfrm>
          <a:off x="6863126" y="648"/>
          <a:ext cx="1854393" cy="9271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Ideal for offline apps</a:t>
          </a:r>
          <a:endParaRPr lang="en-US" sz="2600" kern="1200"/>
        </a:p>
      </dsp:txBody>
      <dsp:txXfrm>
        <a:off x="6890283" y="27805"/>
        <a:ext cx="1800079" cy="8728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76D40-C913-412B-BE6C-1AD89477FEBB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F1BA7-6F56-4C26-BCE0-CC307ED0B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8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F1BA7-6F56-4C26-BCE0-CC307ED0B7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F1BA7-6F56-4C26-BCE0-CC307ED0B7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55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F1BA7-6F56-4C26-BCE0-CC307ED0B7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52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F1BA7-6F56-4C26-BCE0-CC307ED0B7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616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F1BA7-6F56-4C26-BCE0-CC307ED0B7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68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F1BA7-6F56-4C26-BCE0-CC307ED0B7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39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F1BA7-6F56-4C26-BCE0-CC307ED0B7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50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AAD06-069B-2222-288B-D58C184DA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FF087-9A4E-7A33-CDB8-D52645A7C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3CF8D-BDD9-3731-D57B-8B27BF816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8EB63-1100-4603-FD45-1D9E11105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F1BA7-6F56-4C26-BCE0-CC307ED0B7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287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F1BA7-6F56-4C26-BCE0-CC307ED0B7B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28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DFF0-EE21-A18C-7985-48EF8716B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16F360-3C62-45BD-8CED-59C45FFEB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8240A-764F-9594-3300-541411782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842D-6EAE-49E9-A573-31719C19FE88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B0E2C-DA86-68AB-0700-42DD5811B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C78A3-BBFF-DC03-BCEA-42B9748CC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52CD-E291-4434-A63E-D8881F99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A547-6DAB-85B9-1FE8-D159FA517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389CC-CC99-1C60-F9B6-C6D0035BE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40FBE-EA9C-8C6D-90B8-21A8F6D23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842D-6EAE-49E9-A573-31719C19FE88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88A6F-92D1-7DAC-AAA1-FF39F5076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D995C-2E1B-2CBB-E94F-0B967119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52CD-E291-4434-A63E-D8881F99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77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507D8-7266-ED48-3B27-991EBC916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FFED1-8A56-447A-E258-55B8778A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912A3-4C1F-1538-737E-DB6D10FF4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842D-6EAE-49E9-A573-31719C19FE88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1F0EB-E465-E4AD-02A7-681656771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F672F-2225-6606-EA19-A9615DB4D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52CD-E291-4434-A63E-D8881F99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56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CFC4E-025F-675F-D457-FD54066D7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826FA-53B3-96FF-78B7-EBF198137A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673AF-B7DD-BF5C-2566-5615F3907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438EF-A347-0A6B-36A7-4C9893523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842D-6EAE-49E9-A573-31719C19FE88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E4FD8-334F-2F6C-9FCD-3754E346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F4F8B-4AB8-F3A6-17A4-8733D2707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52CD-E291-4434-A63E-D8881F99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48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C914-44D6-4CF7-44EE-B11771090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6D246-42F3-2DB5-8DB2-5875199BA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5EA97-3433-2140-0212-4058E667E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84560F-00BA-7722-3F33-14BF12637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99558E-E7C8-8334-6714-EEF21424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04B997-EBA9-9BFC-9655-7B4D1678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842D-6EAE-49E9-A573-31719C19FE88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C79C6-5523-9EA6-F110-E48733422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992541-A529-9FDA-4684-33DE004E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52CD-E291-4434-A63E-D8881F99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3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900B2-181D-9F8B-7628-A65BDF5B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3BCBA0-5842-BBAB-74E9-543EBE4B9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842D-6EAE-49E9-A573-31719C19FE88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5FDA0-7932-FF7C-A065-764D3AE4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89B65-7A95-92D3-E536-9D48D9B8C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52CD-E291-4434-A63E-D8881F99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03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51B583-B7B4-7782-0FFF-49A78A8C4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842D-6EAE-49E9-A573-31719C19FE88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FBED1E-90B6-C8FD-5B81-2E5E1EA4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86479-A9B5-A1A1-A130-DD257020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52CD-E291-4434-A63E-D8881F99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196B-56FA-5D74-7510-72EFD9408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A3B0E-C66E-3C84-E5F9-A4CBF0203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FC8B4-7DB3-8CC9-1CDB-770C176BC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23116-B6AF-9404-450E-4B1C67F89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842D-6EAE-49E9-A573-31719C19FE88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E0AE7-EC3F-1D28-23A4-D964B47FB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BD163-586A-DDD4-8556-E8F4F10C7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52CD-E291-4434-A63E-D8881F99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6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62743-E469-CED8-51EC-CC68DA6E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3403FC-CB61-D94F-DAB9-5243FDAD7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00187-8F93-450C-4BC9-058189931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D55FD-796F-CA17-1CDF-6C95E79D3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842D-6EAE-49E9-A573-31719C19FE88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2BBB3-B26E-6F56-475A-5C2E6C428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39A84-8B5C-E6B5-95AB-C4F66FA2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52CD-E291-4434-A63E-D8881F99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16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787E9-084A-E2EB-CB87-2C13F7CB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EC44E-D5A7-08A5-28F8-1C9D640CA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AAF13-6218-1D2D-21AD-A870D0141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842D-6EAE-49E9-A573-31719C19FE88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25BCC-64C9-3C0E-29E3-8FF7462D4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81523-B686-3AC4-B42C-5F5CDAB02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52CD-E291-4434-A63E-D8881F99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76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9A1892-3A4F-FBBA-635A-AA43F59C4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ED87E7-7DBB-2215-63DB-CEFBB1C7F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05426-5431-4A50-CEE6-48B7E7785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842D-6EAE-49E9-A573-31719C19FE88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FCE46-49A4-807D-8DE0-25F2516EA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09AE5-B9F5-B436-C477-4696403A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52CD-E291-4434-A63E-D8881F99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889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167A60-45CB-4DCF-74AC-B25A9904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1F620-5B00-4B4A-4195-A718EBB35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41315-DBBD-4890-A63D-A55271AF0B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A842D-6EAE-49E9-A573-31719C19FE88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709F0-C780-69C5-9AC8-7FAF5A8608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BBE35-9B63-CF51-2FAD-492D093D4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D52CD-E291-4434-A63E-D8881F99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226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image" Target="../media/image15.png"/><Relationship Id="rId7" Type="http://schemas.openxmlformats.org/officeDocument/2006/relationships/diagramLayout" Target="../diagrams/layou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4.xml"/><Relationship Id="rId5" Type="http://schemas.openxmlformats.org/officeDocument/2006/relationships/image" Target="../media/image16.png"/><Relationship Id="rId10" Type="http://schemas.microsoft.com/office/2007/relationships/diagramDrawing" Target="../diagrams/drawing4.xml"/><Relationship Id="rId4" Type="http://schemas.openxmlformats.org/officeDocument/2006/relationships/image" Target="../media/image14.png"/><Relationship Id="rId9" Type="http://schemas.openxmlformats.org/officeDocument/2006/relationships/diagramColors" Target="../diagrams/colors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23.png"/><Relationship Id="rId7" Type="http://schemas.openxmlformats.org/officeDocument/2006/relationships/diagramQuickStyle" Target="../diagrams/quickStyle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24.png"/><Relationship Id="rId9" Type="http://schemas.microsoft.com/office/2007/relationships/diagramDrawing" Target="../diagrams/drawin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A5EF73E8-A88F-4901-6E4D-011E81F0BB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11521" b="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F1C4F2-B949-81C6-B8E7-BB6F61D90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957888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400" b="1" dirty="0">
                <a:solidFill>
                  <a:schemeClr val="bg1"/>
                </a:solidFill>
              </a:rPr>
              <a:t>Blazor  - .NET 8</a:t>
            </a:r>
            <a:r>
              <a:rPr lang="en-US" sz="4400" dirty="0">
                <a:solidFill>
                  <a:schemeClr val="bg1"/>
                </a:solidFill>
              </a:rPr>
              <a:t> Architecture, Rendering Modes &amp; Azure Deployment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D91E5-A432-D2D6-6A2E-5630CB74A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Presented </a:t>
            </a:r>
            <a:endParaRPr lang="en-US" sz="20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By</a:t>
            </a:r>
            <a:endParaRPr lang="en-US" sz="20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MS PONNIEASWARI</a:t>
            </a:r>
            <a:endParaRPr lang="en-US" sz="20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736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0DBE0B-6554-D148-A614-A119AA899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Agenda</a:t>
            </a:r>
          </a:p>
        </p:txBody>
      </p:sp>
      <p:pic>
        <p:nvPicPr>
          <p:cNvPr id="5" name="Picture 4" descr="The calendar on a table stacked on top of notebooks">
            <a:extLst>
              <a:ext uri="{FF2B5EF4-FFF2-40B4-BE49-F238E27FC236}">
                <a16:creationId xmlns:a16="http://schemas.microsoft.com/office/drawing/2014/main" id="{D94565D8-DA6F-8800-C2A5-57DF8D0FA9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35" r="11031" b="-1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FC49ED-3DE6-021D-2D8D-D4CD42944BF1}"/>
              </a:ext>
            </a:extLst>
          </p:cNvPr>
          <p:cNvSpPr txBox="1"/>
          <p:nvPr/>
        </p:nvSpPr>
        <p:spPr>
          <a:xfrm>
            <a:off x="6513788" y="2333297"/>
            <a:ext cx="4840010" cy="384366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aseline="0" dirty="0"/>
              <a:t>What is Blazor?</a:t>
            </a:r>
            <a:r>
              <a:rPr lang="en-US" sz="2000" dirty="0"/>
              <a:t>​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Blazor Architecture Overview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Project Folder Structure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Rendering Modes in .NET 8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1733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8463FF-7CDF-9A2A-77D3-14B3018E7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What is Blazor?</a:t>
            </a:r>
          </a:p>
        </p:txBody>
      </p:sp>
      <p:graphicFrame>
        <p:nvGraphicFramePr>
          <p:cNvPr id="30" name="Rectangle 1">
            <a:extLst>
              <a:ext uri="{FF2B5EF4-FFF2-40B4-BE49-F238E27FC236}">
                <a16:creationId xmlns:a16="http://schemas.microsoft.com/office/drawing/2014/main" id="{8CFB8515-D49D-037E-4CBE-DAE286DDFE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1800" y="2470244"/>
          <a:ext cx="5334197" cy="3769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8" name="Picture 27" descr="Green and yellow layers">
            <a:extLst>
              <a:ext uri="{FF2B5EF4-FFF2-40B4-BE49-F238E27FC236}">
                <a16:creationId xmlns:a16="http://schemas.microsoft.com/office/drawing/2014/main" id="{A1D67F20-9CEF-6C4B-FD18-03494E48423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773" r="17662" b="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682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0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29678-9A61-407F-E6ED-6DE627B7D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600"/>
              <a:t>Blazor Architecture Overview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4FF5C7E-13EC-9C3E-DE30-2104421CA7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035438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24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1210DC-BD41-0401-F8F7-FCF77DB05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NL" sz="5400"/>
              <a:t>Rendering Modes in .NET 8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E0634A-FC03-892E-606E-DBD99E141B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9412051"/>
              </p:ext>
            </p:extLst>
          </p:nvPr>
        </p:nvGraphicFramePr>
        <p:xfrm>
          <a:off x="1401282" y="2228087"/>
          <a:ext cx="9389437" cy="3187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7836">
                  <a:extLst>
                    <a:ext uri="{9D8B030D-6E8A-4147-A177-3AD203B41FA5}">
                      <a16:colId xmlns:a16="http://schemas.microsoft.com/office/drawing/2014/main" val="849660497"/>
                    </a:ext>
                  </a:extLst>
                </a:gridCol>
                <a:gridCol w="2425200">
                  <a:extLst>
                    <a:ext uri="{9D8B030D-6E8A-4147-A177-3AD203B41FA5}">
                      <a16:colId xmlns:a16="http://schemas.microsoft.com/office/drawing/2014/main" val="2909801311"/>
                    </a:ext>
                  </a:extLst>
                </a:gridCol>
                <a:gridCol w="3496401">
                  <a:extLst>
                    <a:ext uri="{9D8B030D-6E8A-4147-A177-3AD203B41FA5}">
                      <a16:colId xmlns:a16="http://schemas.microsoft.com/office/drawing/2014/main" val="2628362137"/>
                    </a:ext>
                  </a:extLst>
                </a:gridCol>
              </a:tblGrid>
              <a:tr h="452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Mode</a:t>
                      </a:r>
                    </a:p>
                  </a:txBody>
                  <a:tcPr marL="102835" marR="102835" marT="51418" marB="514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Runs On</a:t>
                      </a:r>
                    </a:p>
                  </a:txBody>
                  <a:tcPr marL="102835" marR="102835" marT="51418" marB="514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Use Case</a:t>
                      </a:r>
                    </a:p>
                  </a:txBody>
                  <a:tcPr marL="102835" marR="102835" marT="51418" marB="51418" anchor="ctr"/>
                </a:tc>
                <a:extLst>
                  <a:ext uri="{0D108BD9-81ED-4DB2-BD59-A6C34878D82A}">
                    <a16:rowId xmlns:a16="http://schemas.microsoft.com/office/drawing/2014/main" val="682625084"/>
                  </a:ext>
                </a:extLst>
              </a:tr>
              <a:tr h="76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Static Rendering</a:t>
                      </a:r>
                      <a:endParaRPr lang="en-US" sz="2000" dirty="0"/>
                    </a:p>
                  </a:txBody>
                  <a:tcPr marL="102835" marR="102835" marT="51418" marB="514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Server</a:t>
                      </a:r>
                    </a:p>
                  </a:txBody>
                  <a:tcPr marL="102835" marR="102835" marT="51418" marB="514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SEO pages, non-interactive content</a:t>
                      </a:r>
                    </a:p>
                  </a:txBody>
                  <a:tcPr marL="102835" marR="102835" marT="51418" marB="51418" anchor="ctr"/>
                </a:tc>
                <a:extLst>
                  <a:ext uri="{0D108BD9-81ED-4DB2-BD59-A6C34878D82A}">
                    <a16:rowId xmlns:a16="http://schemas.microsoft.com/office/drawing/2014/main" val="670731816"/>
                  </a:ext>
                </a:extLst>
              </a:tr>
              <a:tr h="76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Interactive Server</a:t>
                      </a:r>
                      <a:endParaRPr lang="en-US" sz="2000" dirty="0"/>
                    </a:p>
                  </a:txBody>
                  <a:tcPr marL="102835" marR="102835" marT="51418" marB="514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Server + </a:t>
                      </a:r>
                      <a:r>
                        <a:rPr lang="en-US" sz="2000" dirty="0" err="1"/>
                        <a:t>SignalR</a:t>
                      </a:r>
                    </a:p>
                  </a:txBody>
                  <a:tcPr marL="102835" marR="102835" marT="51418" marB="514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Fast load, secure data access</a:t>
                      </a:r>
                    </a:p>
                  </a:txBody>
                  <a:tcPr marL="102835" marR="102835" marT="51418" marB="51418" anchor="ctr"/>
                </a:tc>
                <a:extLst>
                  <a:ext uri="{0D108BD9-81ED-4DB2-BD59-A6C34878D82A}">
                    <a16:rowId xmlns:a16="http://schemas.microsoft.com/office/drawing/2014/main" val="3126045965"/>
                  </a:ext>
                </a:extLst>
              </a:tr>
              <a:tr h="76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Interactive WebAssembly</a:t>
                      </a:r>
                      <a:endParaRPr lang="en-US" sz="2000" dirty="0"/>
                    </a:p>
                  </a:txBody>
                  <a:tcPr marL="102835" marR="102835" marT="51418" marB="514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Browser (WASM)</a:t>
                      </a:r>
                    </a:p>
                  </a:txBody>
                  <a:tcPr marL="102835" marR="102835" marT="51418" marB="514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Offline use, client-heavy apps</a:t>
                      </a:r>
                    </a:p>
                  </a:txBody>
                  <a:tcPr marL="102835" marR="102835" marT="51418" marB="51418" anchor="ctr"/>
                </a:tc>
                <a:extLst>
                  <a:ext uri="{0D108BD9-81ED-4DB2-BD59-A6C34878D82A}">
                    <a16:rowId xmlns:a16="http://schemas.microsoft.com/office/drawing/2014/main" val="2622420497"/>
                  </a:ext>
                </a:extLst>
              </a:tr>
              <a:tr h="452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Interactive Auto Mode</a:t>
                      </a:r>
                      <a:endParaRPr lang="en-US" sz="2000" dirty="0"/>
                    </a:p>
                  </a:txBody>
                  <a:tcPr marL="102835" marR="102835" marT="51418" marB="514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Server → WASM</a:t>
                      </a:r>
                    </a:p>
                  </a:txBody>
                  <a:tcPr marL="102835" marR="102835" marT="51418" marB="514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Best of both worlds</a:t>
                      </a:r>
                    </a:p>
                  </a:txBody>
                  <a:tcPr marL="102835" marR="102835" marT="51418" marB="51418" anchor="ctr"/>
                </a:tc>
                <a:extLst>
                  <a:ext uri="{0D108BD9-81ED-4DB2-BD59-A6C34878D82A}">
                    <a16:rowId xmlns:a16="http://schemas.microsoft.com/office/drawing/2014/main" val="3857967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19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00EE24-F272-8DE5-C089-02E72CE2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53" y="12591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Static Rendering</a:t>
            </a:r>
          </a:p>
        </p:txBody>
      </p:sp>
      <p:pic>
        <p:nvPicPr>
          <p:cNvPr id="1026" name="Picture 2" descr="A diagram outlining how static requests work and the flow from incoming request (from the browser) to the relevant razor component on the server. HTML is then returned to the browser.">
            <a:extLst>
              <a:ext uri="{FF2B5EF4-FFF2-40B4-BE49-F238E27FC236}">
                <a16:creationId xmlns:a16="http://schemas.microsoft.com/office/drawing/2014/main" id="{436796D6-A62D-EE16-AE08-3F5BE87F87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095" y="1029173"/>
            <a:ext cx="12102903" cy="336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Rectangle 2">
            <a:extLst>
              <a:ext uri="{FF2B5EF4-FFF2-40B4-BE49-F238E27FC236}">
                <a16:creationId xmlns:a16="http://schemas.microsoft.com/office/drawing/2014/main" id="{FCA85C74-0CD8-6541-1F9D-A3089284B8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8605200"/>
              </p:ext>
            </p:extLst>
          </p:nvPr>
        </p:nvGraphicFramePr>
        <p:xfrm>
          <a:off x="295422" y="4391351"/>
          <a:ext cx="11690252" cy="2290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2917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E866F-D340-A3BE-4EEB-CAC8131D6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848" y="206092"/>
            <a:ext cx="10909640" cy="52742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Interactive Server (</a:t>
            </a:r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SignalR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Diagram showing the flow when a user interacts with the component. The request is sent to the server via a socket connection. The server routes it to the correct razor component and returns the resulting DOM Diff">
            <a:extLst>
              <a:ext uri="{FF2B5EF4-FFF2-40B4-BE49-F238E27FC236}">
                <a16:creationId xmlns:a16="http://schemas.microsoft.com/office/drawing/2014/main" id="{711853D4-447D-0644-8EEE-F429D65CD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7568" y="3683977"/>
            <a:ext cx="10860024" cy="310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Content Placeholder 2" descr="A diagram outlining how static requests work and the flow from incoming request (from the browser) to the relevant razor component on the server. HTML is then returned to the browser.">
            <a:extLst>
              <a:ext uri="{FF2B5EF4-FFF2-40B4-BE49-F238E27FC236}">
                <a16:creationId xmlns:a16="http://schemas.microsoft.com/office/drawing/2014/main" id="{89889B95-B26D-602F-9510-D7E8D900EC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7568" y="733513"/>
            <a:ext cx="10744200" cy="257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esting Real-Time Updates in Web Applications with SignalR - Trailhead  Technology Partners">
            <a:extLst>
              <a:ext uri="{FF2B5EF4-FFF2-40B4-BE49-F238E27FC236}">
                <a16:creationId xmlns:a16="http://schemas.microsoft.com/office/drawing/2014/main" id="{AB2B0841-5507-7241-C30C-E6D5453E0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746" y="3683977"/>
            <a:ext cx="1101383" cy="73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Rectangle 1">
            <a:extLst>
              <a:ext uri="{FF2B5EF4-FFF2-40B4-BE49-F238E27FC236}">
                <a16:creationId xmlns:a16="http://schemas.microsoft.com/office/drawing/2014/main" id="{9B73CF36-E105-5739-26B2-0A76192B43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9720354"/>
              </p:ext>
            </p:extLst>
          </p:nvPr>
        </p:nvGraphicFramePr>
        <p:xfrm>
          <a:off x="76538" y="2740269"/>
          <a:ext cx="4873238" cy="965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53683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FC8BA-5E23-7AB7-F7A2-37B8A50F3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133" y="356106"/>
            <a:ext cx="10534650" cy="38008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3600" kern="1200" dirty="0">
                <a:latin typeface="+mj-lt"/>
                <a:ea typeface="+mj-ea"/>
                <a:cs typeface="+mj-cs"/>
              </a:rPr>
              <a:t>Interactive WebAssembly </a:t>
            </a:r>
          </a:p>
        </p:txBody>
      </p:sp>
      <p:pic>
        <p:nvPicPr>
          <p:cNvPr id="3074" name="Picture 2" descr="Diagram showing how the entire client app is returned to the browser following the first request to access a page on the site">
            <a:extLst>
              <a:ext uri="{FF2B5EF4-FFF2-40B4-BE49-F238E27FC236}">
                <a16:creationId xmlns:a16="http://schemas.microsoft.com/office/drawing/2014/main" id="{733A747A-3E3A-BB6D-4877-88BCD9CD1E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2709" y="1609532"/>
            <a:ext cx="10944664" cy="316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ntroduction to WebAssembly for .NET Developers">
            <a:extLst>
              <a:ext uri="{FF2B5EF4-FFF2-40B4-BE49-F238E27FC236}">
                <a16:creationId xmlns:a16="http://schemas.microsoft.com/office/drawing/2014/main" id="{62371460-D706-B49C-F202-F84F2AB92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638" y="785154"/>
            <a:ext cx="1879942" cy="929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Rectangle 1">
            <a:extLst>
              <a:ext uri="{FF2B5EF4-FFF2-40B4-BE49-F238E27FC236}">
                <a16:creationId xmlns:a16="http://schemas.microsoft.com/office/drawing/2014/main" id="{08E70BB8-4447-D5F4-169A-5ED5235173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8081377"/>
              </p:ext>
            </p:extLst>
          </p:nvPr>
        </p:nvGraphicFramePr>
        <p:xfrm>
          <a:off x="838199" y="5248468"/>
          <a:ext cx="10944663" cy="928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74287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D5DA64-D9A3-A6B4-97CC-1B43FD661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60F36-999F-2007-4489-A8FD8803A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/>
              <a:t>Auto Rendering Mode 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6C23D5-895E-02C6-8520-6BF2C6653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132" y="640080"/>
            <a:ext cx="6680048" cy="557784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D73B38D-59FD-8EB3-FD16-9F3202B2DAD8}"/>
              </a:ext>
            </a:extLst>
          </p:cNvPr>
          <p:cNvGrpSpPr/>
          <p:nvPr/>
        </p:nvGrpSpPr>
        <p:grpSpPr>
          <a:xfrm>
            <a:off x="475098" y="2807208"/>
            <a:ext cx="3937936" cy="1484190"/>
            <a:chOff x="0" y="212430"/>
            <a:chExt cx="6900512" cy="246635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C06EA43-F2FD-A390-F633-DEC8C678E04C}"/>
                </a:ext>
              </a:extLst>
            </p:cNvPr>
            <p:cNvSpPr/>
            <p:nvPr/>
          </p:nvSpPr>
          <p:spPr>
            <a:xfrm>
              <a:off x="0" y="212430"/>
              <a:ext cx="6900512" cy="2466359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CADE2170-EE0C-8239-13BF-CAB92CD2322A}"/>
                </a:ext>
              </a:extLst>
            </p:cNvPr>
            <p:cNvSpPr txBox="1"/>
            <p:nvPr/>
          </p:nvSpPr>
          <p:spPr>
            <a:xfrm>
              <a:off x="120398" y="1048399"/>
              <a:ext cx="6659716" cy="15099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36220" tIns="236220" rIns="236220" bIns="236220" numCol="1" spcCol="1270" anchor="ctr" anchorCtr="0">
              <a:noAutofit/>
            </a:bodyPr>
            <a:lstStyle/>
            <a:p>
              <a:pPr marL="0" lvl="0" indent="0" algn="l" defTabSz="2755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b="0" i="0" kern="1200" baseline="0" dirty="0"/>
                <a:t>Starts as server-rendered static</a:t>
              </a:r>
              <a:endParaRPr lang="en-US" sz="3200" kern="12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22CB6FC-006E-EFCA-F955-285BF74A0D1D}"/>
              </a:ext>
            </a:extLst>
          </p:cNvPr>
          <p:cNvGrpSpPr/>
          <p:nvPr/>
        </p:nvGrpSpPr>
        <p:grpSpPr>
          <a:xfrm>
            <a:off x="414098" y="4516722"/>
            <a:ext cx="3937936" cy="1609587"/>
            <a:chOff x="0" y="2857350"/>
            <a:chExt cx="6900512" cy="246635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D8E0FB4-4AE5-2EF9-4B49-9391E5B858C2}"/>
                </a:ext>
              </a:extLst>
            </p:cNvPr>
            <p:cNvSpPr/>
            <p:nvPr/>
          </p:nvSpPr>
          <p:spPr>
            <a:xfrm>
              <a:off x="0" y="2857350"/>
              <a:ext cx="6900512" cy="2466359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455363"/>
                <a:satOff val="-83928"/>
                <a:lumOff val="8628"/>
                <a:alphaOff val="0"/>
              </a:schemeClr>
            </a:fillRef>
            <a:effectRef idx="0">
              <a:schemeClr val="accent2">
                <a:hueOff val="-1455363"/>
                <a:satOff val="-83928"/>
                <a:lumOff val="862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angle: Rounded Corners 6">
              <a:extLst>
                <a:ext uri="{FF2B5EF4-FFF2-40B4-BE49-F238E27FC236}">
                  <a16:creationId xmlns:a16="http://schemas.microsoft.com/office/drawing/2014/main" id="{42CA6323-35D0-4255-1FEC-2ACEC0D5F9C0}"/>
                </a:ext>
              </a:extLst>
            </p:cNvPr>
            <p:cNvSpPr txBox="1"/>
            <p:nvPr/>
          </p:nvSpPr>
          <p:spPr>
            <a:xfrm>
              <a:off x="120398" y="2977748"/>
              <a:ext cx="6659716" cy="222556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36220" tIns="236220" rIns="236220" bIns="236220" numCol="1" spcCol="1270" anchor="ctr" anchorCtr="0">
              <a:noAutofit/>
            </a:bodyPr>
            <a:lstStyle/>
            <a:p>
              <a:pPr marL="0" lvl="0" indent="0" algn="l" defTabSz="2755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0" i="0" kern="1200" baseline="0" dirty="0"/>
                <a:t>Automatically upgrades to WASM</a:t>
              </a:r>
              <a:endParaRPr lang="en-US" sz="2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73100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B17EF466-37D6-16F5-9D5C-C438C7E368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82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AC87CE-1345-00EF-0715-6E29B9D06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Deployment to Azure App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3373C-564E-8C8A-E46A-EFB43E942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b="1"/>
              <a:t>Steps:</a:t>
            </a:r>
            <a:endParaRPr lang="en-US" sz="2000">
              <a:ea typeface="Calibri" panose="020F0502020204030204"/>
              <a:cs typeface="Calibri" panose="020F0502020204030204"/>
            </a:endParaRPr>
          </a:p>
          <a:p>
            <a:r>
              <a:rPr lang="en-US" sz="2000"/>
              <a:t>Publish → Right-click project → Publish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/>
              <a:t>Choose </a:t>
            </a:r>
            <a:r>
              <a:rPr lang="en-US" sz="2000" b="1"/>
              <a:t>Azure App Service</a:t>
            </a:r>
            <a:endParaRPr lang="en-US" sz="2000"/>
          </a:p>
          <a:p>
            <a:r>
              <a:rPr lang="en-US" sz="2000"/>
              <a:t>Select subscription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/>
              <a:t>Configure runtime (</a:t>
            </a:r>
            <a:r>
              <a:rPr lang="en-US" sz="2000" b="1"/>
              <a:t>.NET 8 (LTS)</a:t>
            </a:r>
            <a:r>
              <a:rPr lang="en-US" sz="2000"/>
              <a:t>)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/>
              <a:t>Create Web App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/>
              <a:t>Deploy</a:t>
            </a:r>
            <a:endParaRPr lang="en-US" sz="2000"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5576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179E05-1D9F-5AE0-486A-533D03016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US" sz="8000" b="1" dirty="0">
                <a:solidFill>
                  <a:schemeClr val="tx2"/>
                </a:solidFill>
                <a:ea typeface="Calibri Light"/>
                <a:cs typeface="Calibri Light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19B3D-1B66-6C3A-AD36-EFCF2B03F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75352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14474</TotalTime>
  <Words>276</Words>
  <Application>Microsoft Office PowerPoint</Application>
  <PresentationFormat>Widescreen</PresentationFormat>
  <Paragraphs>76</Paragraphs>
  <Slides>11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Blazor  - .NET 8 Architecture, Rendering Modes &amp; Azure Deployment</vt:lpstr>
      <vt:lpstr>Agenda</vt:lpstr>
      <vt:lpstr>What is Blazor?</vt:lpstr>
      <vt:lpstr>Blazor Architecture Overview</vt:lpstr>
      <vt:lpstr>Rendering Modes in .NET 8</vt:lpstr>
      <vt:lpstr>Static Rendering</vt:lpstr>
      <vt:lpstr>Interactive Server (SignalR)</vt:lpstr>
      <vt:lpstr>Interactive WebAssembly </vt:lpstr>
      <vt:lpstr>Auto Rendering Mode </vt:lpstr>
      <vt:lpstr>Deployment to Azure App Service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Ponnieaswari MS</cp:lastModifiedBy>
  <cp:revision>115</cp:revision>
  <dcterms:created xsi:type="dcterms:W3CDTF">2025-11-18T06:50:34Z</dcterms:created>
  <dcterms:modified xsi:type="dcterms:W3CDTF">2026-01-12T06:06:22Z</dcterms:modified>
</cp:coreProperties>
</file>